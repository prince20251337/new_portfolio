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B3E5E9-1D3C-F8E2-E435-6099FD287AA5}" v="8" dt="2025-11-06T13:50:43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3E5ADC4C-582D-5E45-DA58-81C5992D1BC9}"/>
    <pc:docChg chg="modSld">
      <pc:chgData name="Guest User" userId="" providerId="Windows Live" clId="Web-{3E5ADC4C-582D-5E45-DA58-81C5992D1BC9}" dt="2025-10-12T17:10:40.819" v="20" actId="20577"/>
      <pc:docMkLst>
        <pc:docMk/>
      </pc:docMkLst>
      <pc:sldChg chg="modSp">
        <pc:chgData name="Guest User" userId="" providerId="Windows Live" clId="Web-{3E5ADC4C-582D-5E45-DA58-81C5992D1BC9}" dt="2025-10-12T17:10:40.819" v="20" actId="20577"/>
        <pc:sldMkLst>
          <pc:docMk/>
          <pc:sldMk cId="1902613301" sldId="263"/>
        </pc:sldMkLst>
        <pc:spChg chg="mod">
          <ac:chgData name="Guest User" userId="" providerId="Windows Live" clId="Web-{3E5ADC4C-582D-5E45-DA58-81C5992D1BC9}" dt="2025-10-12T17:10:40.819" v="20" actId="20577"/>
          <ac:spMkLst>
            <pc:docMk/>
            <pc:sldMk cId="1902613301" sldId="263"/>
            <ac:spMk id="3" creationId="{143F5361-68C0-4BF5-80C8-F1E7BF92B2DB}"/>
          </ac:spMkLst>
        </pc:spChg>
      </pc:sldChg>
    </pc:docChg>
  </pc:docChgLst>
  <pc:docChgLst>
    <pc:chgData name="vishesh jain" userId="45acb20ac98a07a3" providerId="LiveId" clId="{750C8D40-C59E-42EA-BE36-100F0F8663EF}"/>
    <pc:docChg chg="custSel modSld">
      <pc:chgData name="vishesh jain" userId="45acb20ac98a07a3" providerId="LiveId" clId="{750C8D40-C59E-42EA-BE36-100F0F8663EF}" dt="2025-10-13T04:44:57.432" v="118" actId="20577"/>
      <pc:docMkLst>
        <pc:docMk/>
      </pc:docMkLst>
      <pc:sldChg chg="addSp delSp modSp">
        <pc:chgData name="vishesh jain" userId="45acb20ac98a07a3" providerId="LiveId" clId="{750C8D40-C59E-42EA-BE36-100F0F8663EF}" dt="2025-10-13T04:44:57.432" v="118" actId="20577"/>
        <pc:sldMkLst>
          <pc:docMk/>
          <pc:sldMk cId="2919556985" sldId="262"/>
        </pc:sldMkLst>
        <pc:spChg chg="add mod">
          <ac:chgData name="vishesh jain" userId="45acb20ac98a07a3" providerId="LiveId" clId="{750C8D40-C59E-42EA-BE36-100F0F8663EF}" dt="2025-10-13T04:44:57.432" v="118" actId="20577"/>
          <ac:spMkLst>
            <pc:docMk/>
            <pc:sldMk cId="2919556985" sldId="262"/>
            <ac:spMk id="5" creationId="{A7D8818B-465D-B83D-52FB-D150214640C5}"/>
          </ac:spMkLst>
        </pc:spChg>
      </pc:sldChg>
      <pc:sldChg chg="modSp">
        <pc:chgData name="vishesh jain" userId="45acb20ac98a07a3" providerId="LiveId" clId="{750C8D40-C59E-42EA-BE36-100F0F8663EF}" dt="2025-10-12T17:21:10.513" v="1" actId="27636"/>
        <pc:sldMkLst>
          <pc:docMk/>
          <pc:sldMk cId="1787252752" sldId="264"/>
        </pc:sldMkLst>
        <pc:spChg chg="mod">
          <ac:chgData name="vishesh jain" userId="45acb20ac98a07a3" providerId="LiveId" clId="{750C8D40-C59E-42EA-BE36-100F0F8663EF}" dt="2025-10-12T17:21:10.513" v="1" actId="27636"/>
          <ac:spMkLst>
            <pc:docMk/>
            <pc:sldMk cId="1787252752" sldId="264"/>
            <ac:spMk id="3" creationId="{1E3BFB6D-F6A0-803A-C485-1DE9056FD1C3}"/>
          </ac:spMkLst>
        </pc:spChg>
      </pc:sldChg>
    </pc:docChg>
  </pc:docChgLst>
  <pc:docChgLst>
    <pc:chgData clId="Web-{F53A1127-611D-842C-86EC-DEF31D40A9A1}"/>
    <pc:docChg chg="modSld">
      <pc:chgData name="" userId="" providerId="" clId="Web-{F53A1127-611D-842C-86EC-DEF31D40A9A1}" dt="2025-10-12T16:54:18.381" v="3" actId="20577"/>
      <pc:docMkLst>
        <pc:docMk/>
      </pc:docMkLst>
      <pc:sldChg chg="modSp">
        <pc:chgData name="" userId="" providerId="" clId="Web-{F53A1127-611D-842C-86EC-DEF31D40A9A1}" dt="2025-10-12T16:54:18.381" v="3" actId="20577"/>
        <pc:sldMkLst>
          <pc:docMk/>
          <pc:sldMk cId="1819359268" sldId="256"/>
        </pc:sldMkLst>
        <pc:spChg chg="mod">
          <ac:chgData name="" userId="" providerId="" clId="Web-{F53A1127-611D-842C-86EC-DEF31D40A9A1}" dt="2025-10-12T16:54:18.381" v="3" actId="20577"/>
          <ac:spMkLst>
            <pc:docMk/>
            <pc:sldMk cId="1819359268" sldId="256"/>
            <ac:spMk id="3" creationId="{2E78725B-6E40-4D82-B375-7831D81C29EE}"/>
          </ac:spMkLst>
        </pc:spChg>
      </pc:sldChg>
    </pc:docChg>
  </pc:docChgLst>
  <pc:docChgLst>
    <pc:chgData name="Guest User" providerId="Windows Live" clId="Web-{F53A1127-611D-842C-86EC-DEF31D40A9A1}"/>
    <pc:docChg chg="modSld">
      <pc:chgData name="Guest User" userId="" providerId="Windows Live" clId="Web-{F53A1127-611D-842C-86EC-DEF31D40A9A1}" dt="2025-10-12T16:54:21.757" v="0" actId="20577"/>
      <pc:docMkLst>
        <pc:docMk/>
      </pc:docMkLst>
      <pc:sldChg chg="modSp">
        <pc:chgData name="Guest User" userId="" providerId="Windows Live" clId="Web-{F53A1127-611D-842C-86EC-DEF31D40A9A1}" dt="2025-10-12T16:54:21.757" v="0" actId="20577"/>
        <pc:sldMkLst>
          <pc:docMk/>
          <pc:sldMk cId="1819359268" sldId="256"/>
        </pc:sldMkLst>
        <pc:spChg chg="mod">
          <ac:chgData name="Guest User" userId="" providerId="Windows Live" clId="Web-{F53A1127-611D-842C-86EC-DEF31D40A9A1}" dt="2025-10-12T16:54:21.757" v="0" actId="20577"/>
          <ac:spMkLst>
            <pc:docMk/>
            <pc:sldMk cId="1819359268" sldId="256"/>
            <ac:spMk id="3" creationId="{2E78725B-6E40-4D82-B375-7831D81C29EE}"/>
          </ac:spMkLst>
        </pc:spChg>
      </pc:sldChg>
    </pc:docChg>
  </pc:docChgLst>
  <pc:docChgLst>
    <pc:chgData name="Guest User" providerId="Windows Live" clId="Web-{6FB3E5E9-1D3C-F8E2-E435-6099FD287AA5}"/>
    <pc:docChg chg="modSld">
      <pc:chgData name="Guest User" userId="" providerId="Windows Live" clId="Web-{6FB3E5E9-1D3C-F8E2-E435-6099FD287AA5}" dt="2025-11-06T13:50:43.584" v="7" actId="20577"/>
      <pc:docMkLst>
        <pc:docMk/>
      </pc:docMkLst>
      <pc:sldChg chg="modSp">
        <pc:chgData name="Guest User" userId="" providerId="Windows Live" clId="Web-{6FB3E5E9-1D3C-F8E2-E435-6099FD287AA5}" dt="2025-11-06T13:50:43.584" v="7" actId="20577"/>
        <pc:sldMkLst>
          <pc:docMk/>
          <pc:sldMk cId="1398410914" sldId="260"/>
        </pc:sldMkLst>
        <pc:spChg chg="mod">
          <ac:chgData name="Guest User" userId="" providerId="Windows Live" clId="Web-{6FB3E5E9-1D3C-F8E2-E435-6099FD287AA5}" dt="2025-11-06T13:50:35.975" v="5" actId="14100"/>
          <ac:spMkLst>
            <pc:docMk/>
            <pc:sldMk cId="1398410914" sldId="260"/>
            <ac:spMk id="2" creationId="{34DB6CE4-2B13-4715-B5B2-615A55922CA1}"/>
          </ac:spMkLst>
        </pc:spChg>
        <pc:spChg chg="mod">
          <ac:chgData name="Guest User" userId="" providerId="Windows Live" clId="Web-{6FB3E5E9-1D3C-F8E2-E435-6099FD287AA5}" dt="2025-11-06T13:50:43.584" v="7" actId="20577"/>
          <ac:spMkLst>
            <pc:docMk/>
            <pc:sldMk cId="1398410914" sldId="260"/>
            <ac:spMk id="4" creationId="{7B7B7B7B-7D76-4749-8BC0-1A579CBD0BA6}"/>
          </ac:spMkLst>
        </pc:spChg>
        <pc:picChg chg="mod">
          <ac:chgData name="Guest User" userId="" providerId="Windows Live" clId="Web-{6FB3E5E9-1D3C-F8E2-E435-6099FD287AA5}" dt="2025-11-06T13:49:20.364" v="2" actId="1076"/>
          <ac:picMkLst>
            <pc:docMk/>
            <pc:sldMk cId="1398410914" sldId="260"/>
            <ac:picMk id="3" creationId="{15B93640-FAD8-976B-15A9-36E422894CDD}"/>
          </ac:picMkLst>
        </pc:picChg>
      </pc:sldChg>
    </pc:docChg>
  </pc:docChgLst>
  <pc:docChgLst>
    <pc:chgData name="Mansi Bishoti" userId="b084bdf84d67a2bc" providerId="LiveId" clId="{40BD3489-CA52-45F4-8B11-8F407E54E577}"/>
    <pc:docChg chg="modSld">
      <pc:chgData name="Mansi Bishoti" userId="b084bdf84d67a2bc" providerId="LiveId" clId="{40BD3489-CA52-45F4-8B11-8F407E54E577}" dt="2025-10-12T17:09:34.949" v="24"/>
      <pc:docMkLst>
        <pc:docMk/>
      </pc:docMkLst>
      <pc:sldChg chg="modSp">
        <pc:chgData name="Mansi Bishoti" userId="b084bdf84d67a2bc" providerId="LiveId" clId="{40BD3489-CA52-45F4-8B11-8F407E54E577}" dt="2025-10-12T17:09:34.949" v="24"/>
        <pc:sldMkLst>
          <pc:docMk/>
          <pc:sldMk cId="1193417028" sldId="259"/>
        </pc:sldMkLst>
        <pc:graphicFrameChg chg="mod">
          <ac:chgData name="Mansi Bishoti" userId="b084bdf84d67a2bc" providerId="LiveId" clId="{40BD3489-CA52-45F4-8B11-8F407E54E577}" dt="2025-10-12T17:09:34.949" v="24"/>
          <ac:graphicFrameMkLst>
            <pc:docMk/>
            <pc:sldMk cId="1193417028" sldId="259"/>
            <ac:graphicFrameMk id="4" creationId="{242FA989-6B7C-488C-85ED-CB8D01BA3254}"/>
          </ac:graphicFrameMkLst>
        </pc:graphicFrameChg>
      </pc:sldChg>
    </pc:docChg>
  </pc:docChgLst>
  <pc:docChgLst>
    <pc:chgData name="Guest User" providerId="Windows Live" clId="Web-{4C276E01-4FB6-489B-45FD-D8A2EAF76AA8}"/>
    <pc:docChg chg="modSld">
      <pc:chgData name="Guest User" userId="" providerId="Windows Live" clId="Web-{4C276E01-4FB6-489B-45FD-D8A2EAF76AA8}" dt="2025-10-12T17:27:14.494" v="6" actId="20577"/>
      <pc:docMkLst>
        <pc:docMk/>
      </pc:docMkLst>
      <pc:sldChg chg="modSp">
        <pc:chgData name="Guest User" userId="" providerId="Windows Live" clId="Web-{4C276E01-4FB6-489B-45FD-D8A2EAF76AA8}" dt="2025-10-12T17:27:14.494" v="6" actId="20577"/>
        <pc:sldMkLst>
          <pc:docMk/>
          <pc:sldMk cId="1902613301" sldId="263"/>
        </pc:sldMkLst>
        <pc:spChg chg="mod">
          <ac:chgData name="Guest User" userId="" providerId="Windows Live" clId="Web-{4C276E01-4FB6-489B-45FD-D8A2EAF76AA8}" dt="2025-10-12T17:27:14.494" v="6" actId="20577"/>
          <ac:spMkLst>
            <pc:docMk/>
            <pc:sldMk cId="1902613301" sldId="263"/>
            <ac:spMk id="3" creationId="{143F5361-68C0-4BF5-80C8-F1E7BF92B2DB}"/>
          </ac:spMkLst>
        </pc:spChg>
      </pc:sldChg>
    </pc:docChg>
  </pc:docChgLst>
  <pc:docChgLst>
    <pc:chgData name="Guest User" providerId="Windows Live" clId="Web-{85CB6D76-4D43-BB03-068B-82C4354A79EF}"/>
    <pc:docChg chg="modSld">
      <pc:chgData name="Guest User" userId="" providerId="Windows Live" clId="Web-{85CB6D76-4D43-BB03-068B-82C4354A79EF}" dt="2025-10-12T17:01:19.453" v="20" actId="20577"/>
      <pc:docMkLst>
        <pc:docMk/>
      </pc:docMkLst>
      <pc:sldChg chg="modSp">
        <pc:chgData name="Guest User" userId="" providerId="Windows Live" clId="Web-{85CB6D76-4D43-BB03-068B-82C4354A79EF}" dt="2025-10-12T17:01:19.453" v="20" actId="20577"/>
        <pc:sldMkLst>
          <pc:docMk/>
          <pc:sldMk cId="1193417028" sldId="259"/>
        </pc:sldMkLst>
        <pc:graphicFrameChg chg="modGraphic">
          <ac:chgData name="Guest User" userId="" providerId="Windows Live" clId="Web-{85CB6D76-4D43-BB03-068B-82C4354A79EF}" dt="2025-10-12T17:01:19.453" v="20" actId="20577"/>
          <ac:graphicFrameMkLst>
            <pc:docMk/>
            <pc:sldMk cId="1193417028" sldId="259"/>
            <ac:graphicFrameMk id="4" creationId="{242FA989-6B7C-488C-85ED-CB8D01BA3254}"/>
          </ac:graphicFrameMkLst>
        </pc:graphicFrameChg>
      </pc:sldChg>
    </pc:docChg>
  </pc:docChgLst>
  <pc:docChgLst>
    <pc:chgData name="Guest User" providerId="Windows Live" clId="Web-{95508963-A5F9-D1EA-C49F-4B9D97A80D47}"/>
    <pc:docChg chg="modSld">
      <pc:chgData name="Guest User" userId="" providerId="Windows Live" clId="Web-{95508963-A5F9-D1EA-C49F-4B9D97A80D47}" dt="2025-10-27T08:19:25.104" v="91" actId="20577"/>
      <pc:docMkLst>
        <pc:docMk/>
      </pc:docMkLst>
      <pc:sldChg chg="modSp">
        <pc:chgData name="Guest User" userId="" providerId="Windows Live" clId="Web-{95508963-A5F9-D1EA-C49F-4B9D97A80D47}" dt="2025-10-27T08:19:25.104" v="91" actId="20577"/>
        <pc:sldMkLst>
          <pc:docMk/>
          <pc:sldMk cId="2172179498" sldId="258"/>
        </pc:sldMkLst>
        <pc:spChg chg="mod">
          <ac:chgData name="Guest User" userId="" providerId="Windows Live" clId="Web-{95508963-A5F9-D1EA-C49F-4B9D97A80D47}" dt="2025-10-27T08:19:25.104" v="91" actId="20577"/>
          <ac:spMkLst>
            <pc:docMk/>
            <pc:sldMk cId="2172179498" sldId="258"/>
            <ac:spMk id="3" creationId="{143F5361-68C0-4BF5-80C8-F1E7BF92B2DB}"/>
          </ac:spMkLst>
        </pc:spChg>
      </pc:sldChg>
    </pc:docChg>
  </pc:docChgLst>
  <pc:docChgLst>
    <pc:chgData name="Guest User" providerId="Windows Live" clId="Web-{5E1FBCE9-1E60-AC64-B316-50D88758566B}"/>
    <pc:docChg chg="modSld">
      <pc:chgData name="Guest User" userId="" providerId="Windows Live" clId="Web-{5E1FBCE9-1E60-AC64-B316-50D88758566B}" dt="2025-10-27T08:23:01.701" v="5" actId="14100"/>
      <pc:docMkLst>
        <pc:docMk/>
      </pc:docMkLst>
      <pc:sldChg chg="modSp">
        <pc:chgData name="Guest User" userId="" providerId="Windows Live" clId="Web-{5E1FBCE9-1E60-AC64-B316-50D88758566B}" dt="2025-10-27T08:23:01.701" v="5" actId="14100"/>
        <pc:sldMkLst>
          <pc:docMk/>
          <pc:sldMk cId="1398410914" sldId="260"/>
        </pc:sldMkLst>
        <pc:spChg chg="mod">
          <ac:chgData name="Guest User" userId="" providerId="Windows Live" clId="Web-{5E1FBCE9-1E60-AC64-B316-50D88758566B}" dt="2025-10-27T08:22:42.044" v="3" actId="14100"/>
          <ac:spMkLst>
            <pc:docMk/>
            <pc:sldMk cId="1398410914" sldId="260"/>
            <ac:spMk id="2" creationId="{34DB6CE4-2B13-4715-B5B2-615A55922CA1}"/>
          </ac:spMkLst>
        </pc:spChg>
        <pc:spChg chg="mod">
          <ac:chgData name="Guest User" userId="" providerId="Windows Live" clId="Web-{5E1FBCE9-1E60-AC64-B316-50D88758566B}" dt="2025-10-27T08:23:01.701" v="5" actId="14100"/>
          <ac:spMkLst>
            <pc:docMk/>
            <pc:sldMk cId="1398410914" sldId="260"/>
            <ac:spMk id="4" creationId="{7B7B7B7B-7D76-4749-8BC0-1A579CBD0BA6}"/>
          </ac:spMkLst>
        </pc:spChg>
      </pc:sldChg>
    </pc:docChg>
  </pc:docChgLst>
  <pc:docChgLst>
    <pc:chgData name="Guest User" providerId="Windows Live" clId="Web-{A3B7433C-745F-DD02-28BE-F8AA6EE32546}"/>
    <pc:docChg chg="modSld">
      <pc:chgData name="Guest User" userId="" providerId="Windows Live" clId="Web-{A3B7433C-745F-DD02-28BE-F8AA6EE32546}" dt="2025-10-12T17:49:45.288" v="47" actId="20577"/>
      <pc:docMkLst>
        <pc:docMk/>
      </pc:docMkLst>
      <pc:sldChg chg="modSp">
        <pc:chgData name="Guest User" userId="" providerId="Windows Live" clId="Web-{A3B7433C-745F-DD02-28BE-F8AA6EE32546}" dt="2025-10-12T17:49:45.288" v="47" actId="20577"/>
        <pc:sldMkLst>
          <pc:docMk/>
          <pc:sldMk cId="1819359268" sldId="256"/>
        </pc:sldMkLst>
        <pc:spChg chg="mod">
          <ac:chgData name="Guest User" userId="" providerId="Windows Live" clId="Web-{A3B7433C-745F-DD02-28BE-F8AA6EE32546}" dt="2025-10-12T17:49:45.288" v="47" actId="20577"/>
          <ac:spMkLst>
            <pc:docMk/>
            <pc:sldMk cId="1819359268" sldId="256"/>
            <ac:spMk id="3" creationId="{2E78725B-6E40-4D82-B375-7831D81C29EE}"/>
          </ac:spMkLst>
        </pc:spChg>
      </pc:sldChg>
      <pc:sldChg chg="modSp">
        <pc:chgData name="Guest User" userId="" providerId="Windows Live" clId="Web-{A3B7433C-745F-DD02-28BE-F8AA6EE32546}" dt="2025-10-12T17:48:24.380" v="38" actId="14100"/>
        <pc:sldMkLst>
          <pc:docMk/>
          <pc:sldMk cId="2172179498" sldId="258"/>
        </pc:sldMkLst>
        <pc:spChg chg="mod">
          <ac:chgData name="Guest User" userId="" providerId="Windows Live" clId="Web-{A3B7433C-745F-DD02-28BE-F8AA6EE32546}" dt="2025-10-12T17:48:24.380" v="38" actId="14100"/>
          <ac:spMkLst>
            <pc:docMk/>
            <pc:sldMk cId="2172179498" sldId="258"/>
            <ac:spMk id="3" creationId="{143F5361-68C0-4BF5-80C8-F1E7BF92B2DB}"/>
          </ac:spMkLst>
        </pc:spChg>
      </pc:sldChg>
    </pc:docChg>
  </pc:docChgLst>
  <pc:docChgLst>
    <pc:chgData name="Guest User" providerId="Windows Live" clId="Web-{08AA8673-D1FA-F08B-5B8E-1B46697C6F02}"/>
    <pc:docChg chg="modSld">
      <pc:chgData name="Guest User" userId="" providerId="Windows Live" clId="Web-{08AA8673-D1FA-F08B-5B8E-1B46697C6F02}" dt="2025-10-12T18:22:46.541" v="170"/>
      <pc:docMkLst>
        <pc:docMk/>
      </pc:docMkLst>
      <pc:sldChg chg="addSp modSp mod modShow">
        <pc:chgData name="Guest User" userId="" providerId="Windows Live" clId="Web-{08AA8673-D1FA-F08B-5B8E-1B46697C6F02}" dt="2025-10-12T18:22:46.541" v="170"/>
        <pc:sldMkLst>
          <pc:docMk/>
          <pc:sldMk cId="1348318116" sldId="261"/>
        </pc:sldMkLst>
        <pc:spChg chg="mod">
          <ac:chgData name="Guest User" userId="" providerId="Windows Live" clId="Web-{08AA8673-D1FA-F08B-5B8E-1B46697C6F02}" dt="2025-10-12T18:07:01.304" v="135" actId="20577"/>
          <ac:spMkLst>
            <pc:docMk/>
            <pc:sldMk cId="1348318116" sldId="261"/>
            <ac:spMk id="3" creationId="{143F5361-68C0-4BF5-80C8-F1E7BF92B2DB}"/>
          </ac:spMkLst>
        </pc:spChg>
        <pc:picChg chg="add mod">
          <ac:chgData name="Guest User" userId="" providerId="Windows Live" clId="Web-{08AA8673-D1FA-F08B-5B8E-1B46697C6F02}" dt="2025-10-12T18:22:26.353" v="167" actId="1076"/>
          <ac:picMkLst>
            <pc:docMk/>
            <pc:sldMk cId="1348318116" sldId="261"/>
            <ac:picMk id="4" creationId="{303CEF33-857C-16DC-E285-05A62F30D943}"/>
          </ac:picMkLst>
        </pc:picChg>
        <pc:picChg chg="add mod">
          <ac:chgData name="Guest User" userId="" providerId="Windows Live" clId="Web-{08AA8673-D1FA-F08B-5B8E-1B46697C6F02}" dt="2025-10-12T18:22:29.931" v="168" actId="1076"/>
          <ac:picMkLst>
            <pc:docMk/>
            <pc:sldMk cId="1348318116" sldId="261"/>
            <ac:picMk id="5" creationId="{B49F3AF8-32F7-97CE-451A-8ED7DBC7637C}"/>
          </ac:picMkLst>
        </pc:picChg>
        <pc:picChg chg="add mod">
          <ac:chgData name="Guest User" userId="" providerId="Windows Live" clId="Web-{08AA8673-D1FA-F08B-5B8E-1B46697C6F02}" dt="2025-10-12T18:22:23.994" v="166" actId="1076"/>
          <ac:picMkLst>
            <pc:docMk/>
            <pc:sldMk cId="1348318116" sldId="261"/>
            <ac:picMk id="6" creationId="{5D25E21D-0CAD-7011-69BF-CE41BF7FA302}"/>
          </ac:picMkLst>
        </pc:picChg>
      </pc:sldChg>
    </pc:docChg>
  </pc:docChgLst>
  <pc:docChgLst>
    <pc:chgData name="Guest User" providerId="Windows Live" clId="Web-{28E1C0E8-72FE-082E-438B-82F30669DFC1}"/>
    <pc:docChg chg="modSld">
      <pc:chgData name="Guest User" userId="" providerId="Windows Live" clId="Web-{28E1C0E8-72FE-082E-438B-82F30669DFC1}" dt="2025-10-12T17:05:18.640" v="1" actId="20577"/>
      <pc:docMkLst>
        <pc:docMk/>
      </pc:docMkLst>
      <pc:sldChg chg="modSp">
        <pc:chgData name="Guest User" userId="" providerId="Windows Live" clId="Web-{28E1C0E8-72FE-082E-438B-82F30669DFC1}" dt="2025-10-12T17:05:18.640" v="1" actId="20577"/>
        <pc:sldMkLst>
          <pc:docMk/>
          <pc:sldMk cId="1193417028" sldId="259"/>
        </pc:sldMkLst>
        <pc:graphicFrameChg chg="modGraphic">
          <ac:chgData name="Guest User" userId="" providerId="Windows Live" clId="Web-{28E1C0E8-72FE-082E-438B-82F30669DFC1}" dt="2025-10-12T17:05:18.640" v="1" actId="20577"/>
          <ac:graphicFrameMkLst>
            <pc:docMk/>
            <pc:sldMk cId="1193417028" sldId="259"/>
            <ac:graphicFrameMk id="4" creationId="{242FA989-6B7C-488C-85ED-CB8D01BA3254}"/>
          </ac:graphicFrameMkLst>
        </pc:graphicFrameChg>
      </pc:sldChg>
    </pc:docChg>
  </pc:docChgLst>
  <pc:docChgLst>
    <pc:chgData name="Guest User" providerId="Windows Live" clId="Web-{17476ED8-392E-0705-D987-DC59843DCA25}"/>
    <pc:docChg chg="modSld">
      <pc:chgData name="Guest User" userId="" providerId="Windows Live" clId="Web-{17476ED8-392E-0705-D987-DC59843DCA25}" dt="2025-10-12T17:49:34.129" v="27" actId="20577"/>
      <pc:docMkLst>
        <pc:docMk/>
      </pc:docMkLst>
      <pc:sldChg chg="addSp delSp modSp">
        <pc:chgData name="Guest User" userId="" providerId="Windows Live" clId="Web-{17476ED8-392E-0705-D987-DC59843DCA25}" dt="2025-10-12T17:49:34.129" v="27" actId="20577"/>
        <pc:sldMkLst>
          <pc:docMk/>
          <pc:sldMk cId="1398410914" sldId="260"/>
        </pc:sldMkLst>
        <pc:spChg chg="mod">
          <ac:chgData name="Guest User" userId="" providerId="Windows Live" clId="Web-{17476ED8-392E-0705-D987-DC59843DCA25}" dt="2025-10-12T17:49:34.129" v="27" actId="20577"/>
          <ac:spMkLst>
            <pc:docMk/>
            <pc:sldMk cId="1398410914" sldId="260"/>
            <ac:spMk id="4" creationId="{7B7B7B7B-7D76-4749-8BC0-1A579CBD0BA6}"/>
          </ac:spMkLst>
        </pc:spChg>
        <pc:picChg chg="add mod">
          <ac:chgData name="Guest User" userId="" providerId="Windows Live" clId="Web-{17476ED8-392E-0705-D987-DC59843DCA25}" dt="2025-10-12T17:47:44.328" v="10" actId="1076"/>
          <ac:picMkLst>
            <pc:docMk/>
            <pc:sldMk cId="1398410914" sldId="260"/>
            <ac:picMk id="3" creationId="{15B93640-FAD8-976B-15A9-36E422894CDD}"/>
          </ac:picMkLst>
        </pc:picChg>
      </pc:sldChg>
    </pc:docChg>
  </pc:docChgLst>
  <pc:docChgLst>
    <pc:chgData name="Guest User" providerId="Windows Live" clId="Web-{2BEA92B5-6383-9AED-584E-843F3EF55328}"/>
    <pc:docChg chg="modSld">
      <pc:chgData name="Guest User" userId="" providerId="Windows Live" clId="Web-{2BEA92B5-6383-9AED-584E-843F3EF55328}" dt="2025-10-12T17:40:27.825" v="144" actId="14100"/>
      <pc:docMkLst>
        <pc:docMk/>
      </pc:docMkLst>
      <pc:sldChg chg="modSp">
        <pc:chgData name="Guest User" userId="" providerId="Windows Live" clId="Web-{2BEA92B5-6383-9AED-584E-843F3EF55328}" dt="2025-10-12T17:13:20.010" v="28" actId="20577"/>
        <pc:sldMkLst>
          <pc:docMk/>
          <pc:sldMk cId="2172179498" sldId="258"/>
        </pc:sldMkLst>
        <pc:spChg chg="mod">
          <ac:chgData name="Guest User" userId="" providerId="Windows Live" clId="Web-{2BEA92B5-6383-9AED-584E-843F3EF55328}" dt="2025-10-12T17:13:20.010" v="28" actId="20577"/>
          <ac:spMkLst>
            <pc:docMk/>
            <pc:sldMk cId="2172179498" sldId="258"/>
            <ac:spMk id="3" creationId="{143F5361-68C0-4BF5-80C8-F1E7BF92B2DB}"/>
          </ac:spMkLst>
        </pc:spChg>
      </pc:sldChg>
      <pc:sldChg chg="addSp delSp modSp">
        <pc:chgData name="Guest User" userId="" providerId="Windows Live" clId="Web-{2BEA92B5-6383-9AED-584E-843F3EF55328}" dt="2025-10-12T17:40:27.825" v="144" actId="14100"/>
        <pc:sldMkLst>
          <pc:docMk/>
          <pc:sldMk cId="1398410914" sldId="260"/>
        </pc:sldMkLst>
        <pc:spChg chg="mod">
          <ac:chgData name="Guest User" userId="" providerId="Windows Live" clId="Web-{2BEA92B5-6383-9AED-584E-843F3EF55328}" dt="2025-10-12T17:39:10.230" v="134" actId="14100"/>
          <ac:spMkLst>
            <pc:docMk/>
            <pc:sldMk cId="1398410914" sldId="260"/>
            <ac:spMk id="2" creationId="{34DB6CE4-2B13-4715-B5B2-615A55922CA1}"/>
          </ac:spMkLst>
        </pc:spChg>
        <pc:spChg chg="mod">
          <ac:chgData name="Guest User" userId="" providerId="Windows Live" clId="Web-{2BEA92B5-6383-9AED-584E-843F3EF55328}" dt="2025-10-12T17:40:19.778" v="143" actId="14100"/>
          <ac:spMkLst>
            <pc:docMk/>
            <pc:sldMk cId="1398410914" sldId="260"/>
            <ac:spMk id="4" creationId="{7B7B7B7B-7D76-4749-8BC0-1A579CBD0BA6}"/>
          </ac:spMkLst>
        </pc:spChg>
      </pc:sldChg>
    </pc:docChg>
  </pc:docChgLst>
  <pc:docChgLst>
    <pc:chgData name="Guest User" providerId="Windows Live" clId="Web-{4729CFC6-85C0-FB11-E0B7-2CDA0D9CD123}"/>
    <pc:docChg chg="modSld">
      <pc:chgData name="Guest User" userId="" providerId="Windows Live" clId="Web-{4729CFC6-85C0-FB11-E0B7-2CDA0D9CD123}" dt="2025-10-12T17:53:36.886" v="28" actId="20577"/>
      <pc:docMkLst>
        <pc:docMk/>
      </pc:docMkLst>
      <pc:sldChg chg="modSp">
        <pc:chgData name="Guest User" userId="" providerId="Windows Live" clId="Web-{4729CFC6-85C0-FB11-E0B7-2CDA0D9CD123}" dt="2025-10-12T17:53:36.886" v="28" actId="20577"/>
        <pc:sldMkLst>
          <pc:docMk/>
          <pc:sldMk cId="1902613301" sldId="263"/>
        </pc:sldMkLst>
        <pc:spChg chg="mod">
          <ac:chgData name="Guest User" userId="" providerId="Windows Live" clId="Web-{4729CFC6-85C0-FB11-E0B7-2CDA0D9CD123}" dt="2025-10-12T17:53:36.886" v="28" actId="20577"/>
          <ac:spMkLst>
            <pc:docMk/>
            <pc:sldMk cId="1902613301" sldId="263"/>
            <ac:spMk id="3" creationId="{143F5361-68C0-4BF5-80C8-F1E7BF92B2DB}"/>
          </ac:spMkLst>
        </pc:spChg>
      </pc:sldChg>
    </pc:docChg>
  </pc:docChgLst>
  <pc:docChgLst>
    <pc:chgData name="Guest User" providerId="Windows Live" clId="Web-{6CD08795-743E-2862-1D5C-FF352FC509CD}"/>
    <pc:docChg chg="modSld">
      <pc:chgData name="Guest User" userId="" providerId="Windows Live" clId="Web-{6CD08795-743E-2862-1D5C-FF352FC509CD}" dt="2025-10-12T16:53:20.162" v="47" actId="20577"/>
      <pc:docMkLst>
        <pc:docMk/>
      </pc:docMkLst>
      <pc:sldChg chg="modSp">
        <pc:chgData name="Guest User" userId="" providerId="Windows Live" clId="Web-{6CD08795-743E-2862-1D5C-FF352FC509CD}" dt="2025-10-12T16:53:20.162" v="47" actId="20577"/>
        <pc:sldMkLst>
          <pc:docMk/>
          <pc:sldMk cId="1819359268" sldId="256"/>
        </pc:sldMkLst>
        <pc:spChg chg="mod">
          <ac:chgData name="Guest User" userId="" providerId="Windows Live" clId="Web-{6CD08795-743E-2862-1D5C-FF352FC509CD}" dt="2025-10-12T16:53:20.162" v="47" actId="20577"/>
          <ac:spMkLst>
            <pc:docMk/>
            <pc:sldMk cId="1819359268" sldId="256"/>
            <ac:spMk id="3" creationId="{2E78725B-6E40-4D82-B375-7831D81C29E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72EA1C36-4E24-4BE5-9622-33993653290B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Depression &amp; Anxiety:</a:t>
          </a:r>
          <a:r>
            <a:rPr lang="en-US" sz="1000">
              <a:latin typeface="Open Sans"/>
              <a:ea typeface="Open Sans"/>
              <a:cs typeface="Open Sans"/>
            </a:rPr>
            <a:t> 93% of cyber victims report feelings of hopelessness, sadness, and powerlessness</a:t>
          </a:r>
          <a:endParaRPr lang="en-US" sz="1000">
            <a:latin typeface="Tw Cen MT" panose="020B0602020104020603"/>
            <a:ea typeface="+mn-ea"/>
            <a:cs typeface="+mn-cs"/>
          </a:endParaRPr>
        </a:p>
      </dgm:t>
    </dgm:pt>
    <dgm:pt modelId="{EA639DC3-F0F5-4AC3-969F-4603958F52FF}" type="parTrans" cxnId="{B298C2D0-1E0D-4C55-998B-908EE211C564}">
      <dgm:prSet/>
      <dgm:spPr/>
      <dgm:t>
        <a:bodyPr/>
        <a:lstStyle/>
        <a:p>
          <a:endParaRPr lang="en-IN"/>
        </a:p>
      </dgm:t>
    </dgm:pt>
    <dgm:pt modelId="{F0EA2577-AC11-4EAE-8C36-7D76EBDA4D91}" type="sibTrans" cxnId="{B298C2D0-1E0D-4C55-998B-908EE211C564}">
      <dgm:prSet/>
      <dgm:spPr/>
      <dgm:t>
        <a:bodyPr/>
        <a:lstStyle/>
        <a:p>
          <a:endParaRPr lang="en-IN"/>
        </a:p>
      </dgm:t>
    </dgm:pt>
    <dgm:pt modelId="{067196AC-E136-4EB3-9424-2014E085D8AF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Suicidal Behavior:</a:t>
          </a:r>
          <a:r>
            <a:rPr lang="en-US" sz="1000">
              <a:latin typeface="Open Sans"/>
              <a:ea typeface="Open Sans"/>
              <a:cs typeface="Open Sans"/>
            </a:rPr>
            <a:t> Cyberbullying victims are 1.9 times more likely to attempt suicide</a:t>
          </a:r>
          <a:endParaRPr lang="en-US" sz="1000">
            <a:ea typeface="+mn-ea"/>
            <a:cs typeface="+mn-cs"/>
          </a:endParaRPr>
        </a:p>
      </dgm:t>
    </dgm:pt>
    <dgm:pt modelId="{FEBE6429-1789-48E5-94F2-DD6F7350F9BA}" type="parTrans" cxnId="{8BAD115E-D436-469C-9C57-FDE5B7ADE767}">
      <dgm:prSet/>
      <dgm:spPr/>
      <dgm:t>
        <a:bodyPr/>
        <a:lstStyle/>
        <a:p>
          <a:endParaRPr lang="en-IN"/>
        </a:p>
      </dgm:t>
    </dgm:pt>
    <dgm:pt modelId="{93544A7E-3B55-479B-A98B-1DF72A22613E}" type="sibTrans" cxnId="{8BAD115E-D436-469C-9C57-FDE5B7ADE767}">
      <dgm:prSet/>
      <dgm:spPr/>
      <dgm:t>
        <a:bodyPr/>
        <a:lstStyle/>
        <a:p>
          <a:endParaRPr lang="en-IN"/>
        </a:p>
      </dgm:t>
    </dgm:pt>
    <dgm:pt modelId="{D53D3A17-6B92-481E-B79C-A86C1C68D8BB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Decreased Self-Esteem:</a:t>
          </a:r>
          <a:r>
            <a:rPr lang="en-US" sz="1000">
              <a:latin typeface="Open Sans"/>
              <a:ea typeface="Open Sans"/>
              <a:cs typeface="Open Sans"/>
            </a:rPr>
            <a:t> 66% report cyberbullying negatively impacted how they feel about themselves</a:t>
          </a:r>
          <a:endParaRPr lang="en-US" sz="1000">
            <a:ea typeface="+mn-ea"/>
            <a:cs typeface="+mn-cs"/>
          </a:endParaRPr>
        </a:p>
      </dgm:t>
    </dgm:pt>
    <dgm:pt modelId="{BD80619D-4807-411A-9186-FFE8E0C692F3}" type="parTrans" cxnId="{150EE1D8-73E3-4C53-BFB3-52A17F4A1858}">
      <dgm:prSet/>
      <dgm:spPr/>
      <dgm:t>
        <a:bodyPr/>
        <a:lstStyle/>
        <a:p>
          <a:endParaRPr lang="en-IN"/>
        </a:p>
      </dgm:t>
    </dgm:pt>
    <dgm:pt modelId="{93364B84-49DF-4047-966E-F3853BFF6ED6}" type="sibTrans" cxnId="{150EE1D8-73E3-4C53-BFB3-52A17F4A1858}">
      <dgm:prSet/>
      <dgm:spPr/>
      <dgm:t>
        <a:bodyPr/>
        <a:lstStyle/>
        <a:p>
          <a:endParaRPr lang="en-IN"/>
        </a:p>
      </dgm:t>
    </dgm:pt>
    <dgm:pt modelId="{684760E7-82BE-4711-A957-E4A576464472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Trauma Symptoms:</a:t>
          </a:r>
          <a:r>
            <a:rPr lang="en-US" sz="1000">
              <a:latin typeface="Open Sans"/>
              <a:ea typeface="Open Sans"/>
              <a:cs typeface="Open Sans"/>
            </a:rPr>
            <a:t> 32% experience at least one symptom of stress.</a:t>
          </a:r>
          <a:endParaRPr lang="en-US" sz="1000">
            <a:ea typeface="+mn-ea"/>
            <a:cs typeface="+mn-cs"/>
          </a:endParaRPr>
        </a:p>
      </dgm:t>
    </dgm:pt>
    <dgm:pt modelId="{216D6B00-4F26-4600-B720-AB88D9B95397}" type="parTrans" cxnId="{788AB55D-0515-4C40-9A57-F310475546E0}">
      <dgm:prSet/>
      <dgm:spPr/>
      <dgm:t>
        <a:bodyPr/>
        <a:lstStyle/>
        <a:p>
          <a:endParaRPr lang="en-IN"/>
        </a:p>
      </dgm:t>
    </dgm:pt>
    <dgm:pt modelId="{934DDA26-5A48-4FE5-8C69-2906ECEA5698}" type="sibTrans" cxnId="{788AB55D-0515-4C40-9A57-F310475546E0}">
      <dgm:prSet/>
      <dgm:spPr/>
      <dgm:t>
        <a:bodyPr/>
        <a:lstStyle/>
        <a:p>
          <a:endParaRPr lang="en-IN"/>
        </a:p>
      </dgm:t>
    </dgm:pt>
    <dgm:pt modelId="{BC2D7FC4-8B6D-4C7F-97D6-F826F0D53F25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100" b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Social Consequences</a:t>
          </a:r>
        </a:p>
      </dgm:t>
    </dgm:pt>
    <dgm:pt modelId="{4C815EBB-699C-4611-A581-ED040673EBBC}" type="parTrans" cxnId="{22642450-EB4B-41FB-A67D-3BE79FDC2791}">
      <dgm:prSet/>
      <dgm:spPr/>
      <dgm:t>
        <a:bodyPr/>
        <a:lstStyle/>
        <a:p>
          <a:endParaRPr lang="en-IN"/>
        </a:p>
      </dgm:t>
    </dgm:pt>
    <dgm:pt modelId="{05FA3D28-4C97-454A-B072-172B32F151AE}" type="sibTrans" cxnId="{22642450-EB4B-41FB-A67D-3BE79FDC2791}">
      <dgm:prSet/>
      <dgm:spPr/>
      <dgm:t>
        <a:bodyPr/>
        <a:lstStyle/>
        <a:p>
          <a:endParaRPr lang="en-IN"/>
        </a:p>
      </dgm:t>
    </dgm:pt>
    <dgm:pt modelId="{F2E76E26-C8F4-48C4-8169-C0BEB79B3E62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Social Isolation:</a:t>
          </a:r>
          <a:r>
            <a:rPr lang="en-US" sz="1000">
              <a:latin typeface="Open Sans"/>
              <a:ea typeface="Open Sans"/>
              <a:cs typeface="Open Sans"/>
            </a:rPr>
            <a:t> Victims report increased loneliness and withdrawal from peers</a:t>
          </a:r>
          <a:endParaRPr lang="en-US" sz="1000">
            <a:ea typeface="+mn-ea"/>
            <a:cs typeface="+mn-cs"/>
          </a:endParaRPr>
        </a:p>
      </dgm:t>
    </dgm:pt>
    <dgm:pt modelId="{722C1B78-3599-47A7-BC57-908AC5BA00A0}" type="parTrans" cxnId="{7CC5640B-38E4-4FF6-ABB2-B1DBACDE14ED}">
      <dgm:prSet/>
      <dgm:spPr/>
      <dgm:t>
        <a:bodyPr/>
        <a:lstStyle/>
        <a:p>
          <a:endParaRPr lang="en-IN"/>
        </a:p>
      </dgm:t>
    </dgm:pt>
    <dgm:pt modelId="{41108939-6BF3-4271-AC8B-DEFAAA2883BB}" type="sibTrans" cxnId="{7CC5640B-38E4-4FF6-ABB2-B1DBACDE14ED}">
      <dgm:prSet/>
      <dgm:spPr/>
      <dgm:t>
        <a:bodyPr/>
        <a:lstStyle/>
        <a:p>
          <a:endParaRPr lang="en-IN"/>
        </a:p>
      </dgm:t>
    </dgm:pt>
    <dgm:pt modelId="{97E01058-33BE-4A21-B9F2-28054611EA7F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Relationship Disruption:</a:t>
          </a:r>
          <a:r>
            <a:rPr lang="en-US" sz="1000">
              <a:latin typeface="Open Sans"/>
              <a:ea typeface="Open Sans"/>
              <a:cs typeface="Open Sans"/>
            </a:rPr>
            <a:t> 31% report damaged friendships and weaker emotional bonds</a:t>
          </a:r>
          <a:endParaRPr lang="en-US" sz="1000">
            <a:ea typeface="+mn-ea"/>
            <a:cs typeface="+mn-cs"/>
          </a:endParaRPr>
        </a:p>
      </dgm:t>
    </dgm:pt>
    <dgm:pt modelId="{8BAB7031-7477-4DFB-840A-9DDA96EF6164}" type="parTrans" cxnId="{AD7D1D8D-39A3-420E-87C8-1840E0DCE6D9}">
      <dgm:prSet/>
      <dgm:spPr/>
      <dgm:t>
        <a:bodyPr/>
        <a:lstStyle/>
        <a:p>
          <a:endParaRPr lang="en-IN"/>
        </a:p>
      </dgm:t>
    </dgm:pt>
    <dgm:pt modelId="{DF7D9681-CAFB-4646-A4D0-028C58570C12}" type="sibTrans" cxnId="{AD7D1D8D-39A3-420E-87C8-1840E0DCE6D9}">
      <dgm:prSet/>
      <dgm:spPr/>
      <dgm:t>
        <a:bodyPr/>
        <a:lstStyle/>
        <a:p>
          <a:endParaRPr lang="en-IN"/>
        </a:p>
      </dgm:t>
    </dgm:pt>
    <dgm:pt modelId="{4D23E9CF-CDA2-412A-A522-F3C51FB20B3C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Trust Issues:</a:t>
          </a:r>
          <a:r>
            <a:rPr lang="en-US" sz="1000">
              <a:latin typeface="Open Sans"/>
              <a:ea typeface="Open Sans"/>
              <a:cs typeface="Open Sans"/>
            </a:rPr>
            <a:t> Long-term difficulty forming relationships and social anxiety</a:t>
          </a:r>
          <a:endParaRPr lang="en-US" sz="1000">
            <a:ea typeface="+mn-ea"/>
            <a:cs typeface="+mn-cs"/>
          </a:endParaRPr>
        </a:p>
      </dgm:t>
    </dgm:pt>
    <dgm:pt modelId="{ED30742C-A18C-477E-852F-069C3D0236AA}" type="parTrans" cxnId="{2BC24121-91F8-41E0-8690-69F86106F088}">
      <dgm:prSet/>
      <dgm:spPr/>
      <dgm:t>
        <a:bodyPr/>
        <a:lstStyle/>
        <a:p>
          <a:endParaRPr lang="en-IN"/>
        </a:p>
      </dgm:t>
    </dgm:pt>
    <dgm:pt modelId="{F4E10429-374A-4A0C-BD76-06C36FCFB0C8}" type="sibTrans" cxnId="{2BC24121-91F8-41E0-8690-69F86106F088}">
      <dgm:prSet/>
      <dgm:spPr/>
      <dgm:t>
        <a:bodyPr/>
        <a:lstStyle/>
        <a:p>
          <a:endParaRPr lang="en-IN"/>
        </a:p>
      </dgm:t>
    </dgm:pt>
    <dgm:pt modelId="{497D4054-D713-4BBE-A2FD-553B384AE8B6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000" b="1">
              <a:latin typeface="Open Sans"/>
              <a:ea typeface="Open Sans"/>
              <a:cs typeface="Open Sans"/>
            </a:rPr>
            <a:t>Community Impact:</a:t>
          </a:r>
          <a:r>
            <a:rPr lang="en-US" sz="1000">
              <a:latin typeface="Open Sans"/>
              <a:ea typeface="Open Sans"/>
              <a:cs typeface="Open Sans"/>
            </a:rPr>
            <a:t> Creates culture of fear and erodes sense of safety online</a:t>
          </a:r>
          <a:endParaRPr lang="en-US" sz="1000">
            <a:ea typeface="+mn-ea"/>
            <a:cs typeface="+mn-cs"/>
          </a:endParaRPr>
        </a:p>
      </dgm:t>
    </dgm:pt>
    <dgm:pt modelId="{79466227-2E17-4B2E-93BE-97906EC62FD9}" type="parTrans" cxnId="{629B819F-D04D-44DA-A166-2CBF5742F287}">
      <dgm:prSet/>
      <dgm:spPr/>
      <dgm:t>
        <a:bodyPr/>
        <a:lstStyle/>
        <a:p>
          <a:endParaRPr lang="en-IN"/>
        </a:p>
      </dgm:t>
    </dgm:pt>
    <dgm:pt modelId="{039FF867-C0E4-47B9-907A-3BA3DC79F274}" type="sibTrans" cxnId="{629B819F-D04D-44DA-A166-2CBF5742F287}">
      <dgm:prSet/>
      <dgm:spPr/>
      <dgm:t>
        <a:bodyPr/>
        <a:lstStyle/>
        <a:p>
          <a:endParaRPr lang="en-IN"/>
        </a:p>
      </dgm:t>
    </dgm:pt>
    <dgm:pt modelId="{FB0CA9F0-2F59-4713-AD6A-CF8C3BDAD39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000" b="1">
              <a:latin typeface="Montserrat"/>
              <a:ea typeface="Open Sans"/>
              <a:cs typeface="Open Sans"/>
            </a:rPr>
            <a:t>Psychological Impact</a:t>
          </a:r>
          <a:endParaRPr lang="en-US" sz="1000" b="1">
            <a:latin typeface="Open Sans"/>
            <a:ea typeface="Open Sans"/>
            <a:cs typeface="Open Sans"/>
          </a:endParaRPr>
        </a:p>
      </dgm:t>
    </dgm:pt>
    <dgm:pt modelId="{4D6475D7-3F19-4FB2-BDFC-19384B05C790}" type="parTrans" cxnId="{516A0ED7-423C-4449-A843-B4149C7B881D}">
      <dgm:prSet/>
      <dgm:spPr/>
      <dgm:t>
        <a:bodyPr/>
        <a:lstStyle/>
        <a:p>
          <a:endParaRPr lang="en-IN"/>
        </a:p>
      </dgm:t>
    </dgm:pt>
    <dgm:pt modelId="{88A8BEFA-D491-4E80-8A12-7D2A41E8C394}" type="sibTrans" cxnId="{516A0ED7-423C-4449-A843-B4149C7B881D}">
      <dgm:prSet/>
      <dgm:spPr/>
      <dgm:t>
        <a:bodyPr/>
        <a:lstStyle/>
        <a:p>
          <a:endParaRPr lang="en-IN"/>
        </a:p>
      </dgm:t>
    </dgm:pt>
    <dgm:pt modelId="{6A2B9FFB-CFCE-4E5B-84DE-3636D439A762}" type="pres">
      <dgm:prSet presAssocID="{CF9FC193-7A05-4631-B681-B56EAB543D38}" presName="linear" presStyleCnt="0">
        <dgm:presLayoutVars>
          <dgm:dir/>
          <dgm:animLvl val="lvl"/>
          <dgm:resizeHandles val="exact"/>
        </dgm:presLayoutVars>
      </dgm:prSet>
      <dgm:spPr/>
    </dgm:pt>
    <dgm:pt modelId="{B8AAF041-3DEF-4670-B637-7A2DD367298C}" type="pres">
      <dgm:prSet presAssocID="{FB0CA9F0-2F59-4713-AD6A-CF8C3BDAD397}" presName="parentLin" presStyleCnt="0"/>
      <dgm:spPr/>
    </dgm:pt>
    <dgm:pt modelId="{C338CF67-77BF-4D2B-A07D-F16620DC5967}" type="pres">
      <dgm:prSet presAssocID="{FB0CA9F0-2F59-4713-AD6A-CF8C3BDAD397}" presName="parentLeftMargin" presStyleLbl="node1" presStyleIdx="0" presStyleCnt="10"/>
      <dgm:spPr/>
    </dgm:pt>
    <dgm:pt modelId="{593FA796-6D3F-4AF2-8767-58197AE1ACCC}" type="pres">
      <dgm:prSet presAssocID="{FB0CA9F0-2F59-4713-AD6A-CF8C3BDAD397}" presName="parentText" presStyleLbl="node1" presStyleIdx="0" presStyleCnt="10" custLinFactNeighborX="-8247" custLinFactNeighborY="50025">
        <dgm:presLayoutVars>
          <dgm:chMax val="0"/>
          <dgm:bulletEnabled val="1"/>
        </dgm:presLayoutVars>
      </dgm:prSet>
      <dgm:spPr/>
    </dgm:pt>
    <dgm:pt modelId="{F6E55835-D250-4381-A99A-4DB58E3D44FA}" type="pres">
      <dgm:prSet presAssocID="{FB0CA9F0-2F59-4713-AD6A-CF8C3BDAD397}" presName="negativeSpace" presStyleCnt="0"/>
      <dgm:spPr/>
    </dgm:pt>
    <dgm:pt modelId="{51697C61-70FB-4882-AED9-8AE96AC90A60}" type="pres">
      <dgm:prSet presAssocID="{FB0CA9F0-2F59-4713-AD6A-CF8C3BDAD397}" presName="childText" presStyleLbl="conFgAcc1" presStyleIdx="0" presStyleCnt="10">
        <dgm:presLayoutVars>
          <dgm:bulletEnabled val="1"/>
        </dgm:presLayoutVars>
      </dgm:prSet>
      <dgm:spPr/>
    </dgm:pt>
    <dgm:pt modelId="{E370C497-CFEA-43BA-BA1E-E99012610DCA}" type="pres">
      <dgm:prSet presAssocID="{88A8BEFA-D491-4E80-8A12-7D2A41E8C394}" presName="spaceBetweenRectangles" presStyleCnt="0"/>
      <dgm:spPr/>
    </dgm:pt>
    <dgm:pt modelId="{C3589BB6-627E-4A32-8AAB-93F3C800489C}" type="pres">
      <dgm:prSet presAssocID="{72EA1C36-4E24-4BE5-9622-33993653290B}" presName="parentLin" presStyleCnt="0"/>
      <dgm:spPr/>
    </dgm:pt>
    <dgm:pt modelId="{28DE073C-E1F8-4522-B018-4B5EB71985AE}" type="pres">
      <dgm:prSet presAssocID="{72EA1C36-4E24-4BE5-9622-33993653290B}" presName="parentLeftMargin" presStyleLbl="node1" presStyleIdx="0" presStyleCnt="10"/>
      <dgm:spPr/>
    </dgm:pt>
    <dgm:pt modelId="{1EB5200D-03EA-4699-837A-23EB93A94976}" type="pres">
      <dgm:prSet presAssocID="{72EA1C36-4E24-4BE5-9622-33993653290B}" presName="parentText" presStyleLbl="node1" presStyleIdx="1" presStyleCnt="10" custLinFactNeighborX="-6598" custLinFactNeighborY="47411">
        <dgm:presLayoutVars>
          <dgm:chMax val="0"/>
          <dgm:bulletEnabled val="1"/>
        </dgm:presLayoutVars>
      </dgm:prSet>
      <dgm:spPr/>
    </dgm:pt>
    <dgm:pt modelId="{2EA8A713-5234-4430-B9B9-75589B3E5BED}" type="pres">
      <dgm:prSet presAssocID="{72EA1C36-4E24-4BE5-9622-33993653290B}" presName="negativeSpace" presStyleCnt="0"/>
      <dgm:spPr/>
    </dgm:pt>
    <dgm:pt modelId="{5828C1E4-FB5A-49C0-9585-C8D012208E5E}" type="pres">
      <dgm:prSet presAssocID="{72EA1C36-4E24-4BE5-9622-33993653290B}" presName="childText" presStyleLbl="conFgAcc1" presStyleIdx="1" presStyleCnt="10">
        <dgm:presLayoutVars>
          <dgm:bulletEnabled val="1"/>
        </dgm:presLayoutVars>
      </dgm:prSet>
      <dgm:spPr/>
    </dgm:pt>
    <dgm:pt modelId="{7814B9FE-5885-4C06-AFBD-83453F17259D}" type="pres">
      <dgm:prSet presAssocID="{F0EA2577-AC11-4EAE-8C36-7D76EBDA4D91}" presName="spaceBetweenRectangles" presStyleCnt="0"/>
      <dgm:spPr/>
    </dgm:pt>
    <dgm:pt modelId="{5BF39E9E-5A2F-4C7F-BC91-1161753937B4}" type="pres">
      <dgm:prSet presAssocID="{067196AC-E136-4EB3-9424-2014E085D8AF}" presName="parentLin" presStyleCnt="0"/>
      <dgm:spPr/>
    </dgm:pt>
    <dgm:pt modelId="{F126A1BE-74FC-4AAF-92C2-989704875D48}" type="pres">
      <dgm:prSet presAssocID="{067196AC-E136-4EB3-9424-2014E085D8AF}" presName="parentLeftMargin" presStyleLbl="node1" presStyleIdx="1" presStyleCnt="10"/>
      <dgm:spPr/>
    </dgm:pt>
    <dgm:pt modelId="{9CDBBA76-3E2A-462F-AEC9-7DEA98409749}" type="pres">
      <dgm:prSet presAssocID="{067196AC-E136-4EB3-9424-2014E085D8AF}" presName="parentText" presStyleLbl="node1" presStyleIdx="2" presStyleCnt="10" custLinFactNeighborX="-9896" custLinFactNeighborY="44251">
        <dgm:presLayoutVars>
          <dgm:chMax val="0"/>
          <dgm:bulletEnabled val="1"/>
        </dgm:presLayoutVars>
      </dgm:prSet>
      <dgm:spPr/>
    </dgm:pt>
    <dgm:pt modelId="{4DB9AB26-FA13-4DC1-AAE5-45835EFB2C8F}" type="pres">
      <dgm:prSet presAssocID="{067196AC-E136-4EB3-9424-2014E085D8AF}" presName="negativeSpace" presStyleCnt="0"/>
      <dgm:spPr/>
    </dgm:pt>
    <dgm:pt modelId="{34AC4AF1-7462-4AB8-A8B8-F5BFDFA8C8A1}" type="pres">
      <dgm:prSet presAssocID="{067196AC-E136-4EB3-9424-2014E085D8AF}" presName="childText" presStyleLbl="conFgAcc1" presStyleIdx="2" presStyleCnt="10">
        <dgm:presLayoutVars>
          <dgm:bulletEnabled val="1"/>
        </dgm:presLayoutVars>
      </dgm:prSet>
      <dgm:spPr/>
    </dgm:pt>
    <dgm:pt modelId="{7E5876B9-85CD-42D1-8409-DB3684CE9C84}" type="pres">
      <dgm:prSet presAssocID="{93544A7E-3B55-479B-A98B-1DF72A22613E}" presName="spaceBetweenRectangles" presStyleCnt="0"/>
      <dgm:spPr/>
    </dgm:pt>
    <dgm:pt modelId="{E52F20BC-BFA8-4D21-927E-D140FD7A0E57}" type="pres">
      <dgm:prSet presAssocID="{D53D3A17-6B92-481E-B79C-A86C1C68D8BB}" presName="parentLin" presStyleCnt="0"/>
      <dgm:spPr/>
    </dgm:pt>
    <dgm:pt modelId="{6A6708A4-0988-4555-A00B-F84BD648293C}" type="pres">
      <dgm:prSet presAssocID="{D53D3A17-6B92-481E-B79C-A86C1C68D8BB}" presName="parentLeftMargin" presStyleLbl="node1" presStyleIdx="2" presStyleCnt="10"/>
      <dgm:spPr/>
    </dgm:pt>
    <dgm:pt modelId="{54B668D2-ECDB-47DE-BB2C-93EFBC11197A}" type="pres">
      <dgm:prSet presAssocID="{D53D3A17-6B92-481E-B79C-A86C1C68D8BB}" presName="parentText" presStyleLbl="node1" presStyleIdx="3" presStyleCnt="10" custLinFactNeighborX="-8247" custLinFactNeighborY="64953">
        <dgm:presLayoutVars>
          <dgm:chMax val="0"/>
          <dgm:bulletEnabled val="1"/>
        </dgm:presLayoutVars>
      </dgm:prSet>
      <dgm:spPr/>
    </dgm:pt>
    <dgm:pt modelId="{26D690C7-5A1A-4271-BCAB-8B13CFB6B2E1}" type="pres">
      <dgm:prSet presAssocID="{D53D3A17-6B92-481E-B79C-A86C1C68D8BB}" presName="negativeSpace" presStyleCnt="0"/>
      <dgm:spPr/>
    </dgm:pt>
    <dgm:pt modelId="{2797C844-CABC-4E48-BD24-4AB83C8D53C4}" type="pres">
      <dgm:prSet presAssocID="{D53D3A17-6B92-481E-B79C-A86C1C68D8BB}" presName="childText" presStyleLbl="conFgAcc1" presStyleIdx="3" presStyleCnt="10">
        <dgm:presLayoutVars>
          <dgm:bulletEnabled val="1"/>
        </dgm:presLayoutVars>
      </dgm:prSet>
      <dgm:spPr/>
    </dgm:pt>
    <dgm:pt modelId="{0E3D63C7-A50B-4455-99D2-2F336F0F38C1}" type="pres">
      <dgm:prSet presAssocID="{93364B84-49DF-4047-966E-F3853BFF6ED6}" presName="spaceBetweenRectangles" presStyleCnt="0"/>
      <dgm:spPr/>
    </dgm:pt>
    <dgm:pt modelId="{C017220E-226A-430B-9BBC-3F737FA82C1E}" type="pres">
      <dgm:prSet presAssocID="{684760E7-82BE-4711-A957-E4A576464472}" presName="parentLin" presStyleCnt="0"/>
      <dgm:spPr/>
    </dgm:pt>
    <dgm:pt modelId="{22A147E9-9125-494E-A544-0380F11CB862}" type="pres">
      <dgm:prSet presAssocID="{684760E7-82BE-4711-A957-E4A576464472}" presName="parentLeftMargin" presStyleLbl="node1" presStyleIdx="3" presStyleCnt="10"/>
      <dgm:spPr/>
    </dgm:pt>
    <dgm:pt modelId="{0C18C9A8-AC9A-4140-99BB-CD430E768077}" type="pres">
      <dgm:prSet presAssocID="{684760E7-82BE-4711-A957-E4A576464472}" presName="parentText" presStyleLbl="node1" presStyleIdx="4" presStyleCnt="10" custLinFactNeighborX="-5657" custLinFactNeighborY="44251">
        <dgm:presLayoutVars>
          <dgm:chMax val="0"/>
          <dgm:bulletEnabled val="1"/>
        </dgm:presLayoutVars>
      </dgm:prSet>
      <dgm:spPr/>
    </dgm:pt>
    <dgm:pt modelId="{9DECEF15-D5C4-48F6-9323-08DCD0BFBB6E}" type="pres">
      <dgm:prSet presAssocID="{684760E7-82BE-4711-A957-E4A576464472}" presName="negativeSpace" presStyleCnt="0"/>
      <dgm:spPr/>
    </dgm:pt>
    <dgm:pt modelId="{FEFD7DEB-E8D7-4606-8D8E-4403B948E6B5}" type="pres">
      <dgm:prSet presAssocID="{684760E7-82BE-4711-A957-E4A576464472}" presName="childText" presStyleLbl="conFgAcc1" presStyleIdx="4" presStyleCnt="10">
        <dgm:presLayoutVars>
          <dgm:bulletEnabled val="1"/>
        </dgm:presLayoutVars>
      </dgm:prSet>
      <dgm:spPr/>
    </dgm:pt>
    <dgm:pt modelId="{A091F412-A749-4C25-801B-543CEF061BD8}" type="pres">
      <dgm:prSet presAssocID="{934DDA26-5A48-4FE5-8C69-2906ECEA5698}" presName="spaceBetweenRectangles" presStyleCnt="0"/>
      <dgm:spPr/>
    </dgm:pt>
    <dgm:pt modelId="{9010AF28-F5D2-4203-A806-C8D35F7E25E0}" type="pres">
      <dgm:prSet presAssocID="{BC2D7FC4-8B6D-4C7F-97D6-F826F0D53F25}" presName="parentLin" presStyleCnt="0"/>
      <dgm:spPr/>
    </dgm:pt>
    <dgm:pt modelId="{68EC0B87-E1C4-42D3-802E-843C25411533}" type="pres">
      <dgm:prSet presAssocID="{BC2D7FC4-8B6D-4C7F-97D6-F826F0D53F25}" presName="parentLeftMargin" presStyleLbl="node1" presStyleIdx="4" presStyleCnt="10"/>
      <dgm:spPr/>
    </dgm:pt>
    <dgm:pt modelId="{4BDDAC65-CF14-4CA5-8C84-CC9F56594590}" type="pres">
      <dgm:prSet presAssocID="{BC2D7FC4-8B6D-4C7F-97D6-F826F0D53F25}" presName="parentText" presStyleLbl="node1" presStyleIdx="5" presStyleCnt="10" custLinFactNeighborX="-6597" custLinFactNeighborY="47412">
        <dgm:presLayoutVars>
          <dgm:chMax val="0"/>
          <dgm:bulletEnabled val="1"/>
        </dgm:presLayoutVars>
      </dgm:prSet>
      <dgm:spPr/>
    </dgm:pt>
    <dgm:pt modelId="{24EFA77A-7BEF-4FCB-827B-0AB7D709E9DC}" type="pres">
      <dgm:prSet presAssocID="{BC2D7FC4-8B6D-4C7F-97D6-F826F0D53F25}" presName="negativeSpace" presStyleCnt="0"/>
      <dgm:spPr/>
    </dgm:pt>
    <dgm:pt modelId="{994A45AD-09C1-467D-9F7E-D0CC3A4DE7BC}" type="pres">
      <dgm:prSet presAssocID="{BC2D7FC4-8B6D-4C7F-97D6-F826F0D53F25}" presName="childText" presStyleLbl="conFgAcc1" presStyleIdx="5" presStyleCnt="10">
        <dgm:presLayoutVars>
          <dgm:bulletEnabled val="1"/>
        </dgm:presLayoutVars>
      </dgm:prSet>
      <dgm:spPr/>
    </dgm:pt>
    <dgm:pt modelId="{C79DFC72-05F5-4585-94F2-03E62CD49C73}" type="pres">
      <dgm:prSet presAssocID="{05FA3D28-4C97-454A-B072-172B32F151AE}" presName="spaceBetweenRectangles" presStyleCnt="0"/>
      <dgm:spPr/>
    </dgm:pt>
    <dgm:pt modelId="{503E87D6-74E6-42D5-AD4C-408F03613D7D}" type="pres">
      <dgm:prSet presAssocID="{F2E76E26-C8F4-48C4-8169-C0BEB79B3E62}" presName="parentLin" presStyleCnt="0"/>
      <dgm:spPr/>
    </dgm:pt>
    <dgm:pt modelId="{AAF32F9E-8C6E-4673-B5F3-1812654682BA}" type="pres">
      <dgm:prSet presAssocID="{F2E76E26-C8F4-48C4-8169-C0BEB79B3E62}" presName="parentLeftMargin" presStyleLbl="node1" presStyleIdx="5" presStyleCnt="10"/>
      <dgm:spPr/>
    </dgm:pt>
    <dgm:pt modelId="{0B5C6424-E7F5-48FB-8BD0-05BE90D949C3}" type="pres">
      <dgm:prSet presAssocID="{F2E76E26-C8F4-48C4-8169-C0BEB79B3E62}" presName="parentText" presStyleLbl="node1" presStyleIdx="6" presStyleCnt="10" custLinFactNeighborX="-8247" custLinFactNeighborY="55168">
        <dgm:presLayoutVars>
          <dgm:chMax val="0"/>
          <dgm:bulletEnabled val="1"/>
        </dgm:presLayoutVars>
      </dgm:prSet>
      <dgm:spPr/>
    </dgm:pt>
    <dgm:pt modelId="{8D11BB8A-378C-4BDB-B085-19533F0C4E04}" type="pres">
      <dgm:prSet presAssocID="{F2E76E26-C8F4-48C4-8169-C0BEB79B3E62}" presName="negativeSpace" presStyleCnt="0"/>
      <dgm:spPr/>
    </dgm:pt>
    <dgm:pt modelId="{9D75A644-0F53-47E3-8996-E5701D400D5F}" type="pres">
      <dgm:prSet presAssocID="{F2E76E26-C8F4-48C4-8169-C0BEB79B3E62}" presName="childText" presStyleLbl="conFgAcc1" presStyleIdx="6" presStyleCnt="10">
        <dgm:presLayoutVars>
          <dgm:bulletEnabled val="1"/>
        </dgm:presLayoutVars>
      </dgm:prSet>
      <dgm:spPr/>
    </dgm:pt>
    <dgm:pt modelId="{D76A66E5-E258-4734-9CE8-49BA6C3AB116}" type="pres">
      <dgm:prSet presAssocID="{41108939-6BF3-4271-AC8B-DEFAAA2883BB}" presName="spaceBetweenRectangles" presStyleCnt="0"/>
      <dgm:spPr/>
    </dgm:pt>
    <dgm:pt modelId="{A217CC4F-996E-4159-9189-903E968B4673}" type="pres">
      <dgm:prSet presAssocID="{97E01058-33BE-4A21-B9F2-28054611EA7F}" presName="parentLin" presStyleCnt="0"/>
      <dgm:spPr/>
    </dgm:pt>
    <dgm:pt modelId="{D2C839C0-D2F0-4973-A84F-AB62953FCCA5}" type="pres">
      <dgm:prSet presAssocID="{97E01058-33BE-4A21-B9F2-28054611EA7F}" presName="parentLeftMargin" presStyleLbl="node1" presStyleIdx="6" presStyleCnt="10"/>
      <dgm:spPr/>
    </dgm:pt>
    <dgm:pt modelId="{0C79E747-636D-458B-B633-5A19458B409C}" type="pres">
      <dgm:prSet presAssocID="{97E01058-33BE-4A21-B9F2-28054611EA7F}" presName="parentText" presStyleLbl="node1" presStyleIdx="7" presStyleCnt="10" custLinFactNeighborX="-3299" custLinFactNeighborY="41090">
        <dgm:presLayoutVars>
          <dgm:chMax val="0"/>
          <dgm:bulletEnabled val="1"/>
        </dgm:presLayoutVars>
      </dgm:prSet>
      <dgm:spPr/>
    </dgm:pt>
    <dgm:pt modelId="{47C686B1-CC08-4A14-8260-0ED5200B5796}" type="pres">
      <dgm:prSet presAssocID="{97E01058-33BE-4A21-B9F2-28054611EA7F}" presName="negativeSpace" presStyleCnt="0"/>
      <dgm:spPr/>
    </dgm:pt>
    <dgm:pt modelId="{22332BBF-7C4C-4598-BCDC-E89CCD380FB6}" type="pres">
      <dgm:prSet presAssocID="{97E01058-33BE-4A21-B9F2-28054611EA7F}" presName="childText" presStyleLbl="conFgAcc1" presStyleIdx="7" presStyleCnt="10">
        <dgm:presLayoutVars>
          <dgm:bulletEnabled val="1"/>
        </dgm:presLayoutVars>
      </dgm:prSet>
      <dgm:spPr/>
    </dgm:pt>
    <dgm:pt modelId="{B0F21CA0-C669-4281-AC65-BEDEF4F8D8D4}" type="pres">
      <dgm:prSet presAssocID="{DF7D9681-CAFB-4646-A4D0-028C58570C12}" presName="spaceBetweenRectangles" presStyleCnt="0"/>
      <dgm:spPr/>
    </dgm:pt>
    <dgm:pt modelId="{90470BB5-B5AB-4C1E-8E13-5FF3EA663F62}" type="pres">
      <dgm:prSet presAssocID="{4D23E9CF-CDA2-412A-A522-F3C51FB20B3C}" presName="parentLin" presStyleCnt="0"/>
      <dgm:spPr/>
    </dgm:pt>
    <dgm:pt modelId="{B7153CD3-39D9-4BF1-92BF-1E20E970A25C}" type="pres">
      <dgm:prSet presAssocID="{4D23E9CF-CDA2-412A-A522-F3C51FB20B3C}" presName="parentLeftMargin" presStyleLbl="node1" presStyleIdx="7" presStyleCnt="10"/>
      <dgm:spPr/>
    </dgm:pt>
    <dgm:pt modelId="{751DDCE4-CC33-48CD-A7B2-AE803C77A149}" type="pres">
      <dgm:prSet presAssocID="{4D23E9CF-CDA2-412A-A522-F3C51FB20B3C}" presName="parentText" presStyleLbl="node1" presStyleIdx="8" presStyleCnt="10" custLinFactNeighborX="-1649" custLinFactNeighborY="34769">
        <dgm:presLayoutVars>
          <dgm:chMax val="0"/>
          <dgm:bulletEnabled val="1"/>
        </dgm:presLayoutVars>
      </dgm:prSet>
      <dgm:spPr/>
    </dgm:pt>
    <dgm:pt modelId="{CF356470-A2FC-48D4-9D37-71A169400A1F}" type="pres">
      <dgm:prSet presAssocID="{4D23E9CF-CDA2-412A-A522-F3C51FB20B3C}" presName="negativeSpace" presStyleCnt="0"/>
      <dgm:spPr/>
    </dgm:pt>
    <dgm:pt modelId="{6E38143B-4C60-4775-BF71-E684AB393018}" type="pres">
      <dgm:prSet presAssocID="{4D23E9CF-CDA2-412A-A522-F3C51FB20B3C}" presName="childText" presStyleLbl="conFgAcc1" presStyleIdx="8" presStyleCnt="10">
        <dgm:presLayoutVars>
          <dgm:bulletEnabled val="1"/>
        </dgm:presLayoutVars>
      </dgm:prSet>
      <dgm:spPr/>
    </dgm:pt>
    <dgm:pt modelId="{14F33A47-6AEF-4EA0-8922-6E1314C6E90C}" type="pres">
      <dgm:prSet presAssocID="{F4E10429-374A-4A0C-BD76-06C36FCFB0C8}" presName="spaceBetweenRectangles" presStyleCnt="0"/>
      <dgm:spPr/>
    </dgm:pt>
    <dgm:pt modelId="{EB81DBD0-922C-4B8D-9369-1554E2F5A1A5}" type="pres">
      <dgm:prSet presAssocID="{497D4054-D713-4BBE-A2FD-553B384AE8B6}" presName="parentLin" presStyleCnt="0"/>
      <dgm:spPr/>
    </dgm:pt>
    <dgm:pt modelId="{2C7281D4-B195-4F7B-84C1-F13BE4806CB7}" type="pres">
      <dgm:prSet presAssocID="{497D4054-D713-4BBE-A2FD-553B384AE8B6}" presName="parentLeftMargin" presStyleLbl="node1" presStyleIdx="8" presStyleCnt="10"/>
      <dgm:spPr/>
    </dgm:pt>
    <dgm:pt modelId="{93597166-C081-4053-AB07-8397D4F944DF}" type="pres">
      <dgm:prSet presAssocID="{497D4054-D713-4BBE-A2FD-553B384AE8B6}" presName="parentText" presStyleLbl="node1" presStyleIdx="9" presStyleCnt="10" custLinFactNeighborX="-1649" custLinFactNeighborY="22125">
        <dgm:presLayoutVars>
          <dgm:chMax val="0"/>
          <dgm:bulletEnabled val="1"/>
        </dgm:presLayoutVars>
      </dgm:prSet>
      <dgm:spPr/>
    </dgm:pt>
    <dgm:pt modelId="{7A2673A8-1DC8-480F-9B7F-67136160FB83}" type="pres">
      <dgm:prSet presAssocID="{497D4054-D713-4BBE-A2FD-553B384AE8B6}" presName="negativeSpace" presStyleCnt="0"/>
      <dgm:spPr/>
    </dgm:pt>
    <dgm:pt modelId="{784ECB8D-8F3C-4500-A13F-615B06B63323}" type="pres">
      <dgm:prSet presAssocID="{497D4054-D713-4BBE-A2FD-553B384AE8B6}" presName="childText" presStyleLbl="conFgAcc1" presStyleIdx="9" presStyleCnt="10">
        <dgm:presLayoutVars>
          <dgm:bulletEnabled val="1"/>
        </dgm:presLayoutVars>
      </dgm:prSet>
      <dgm:spPr/>
    </dgm:pt>
  </dgm:ptLst>
  <dgm:cxnLst>
    <dgm:cxn modelId="{00CB8705-AB9B-497A-B612-D5D93F4EE71A}" type="presOf" srcId="{684760E7-82BE-4711-A957-E4A576464472}" destId="{22A147E9-9125-494E-A544-0380F11CB862}" srcOrd="0" destOrd="0" presId="urn:microsoft.com/office/officeart/2005/8/layout/list1"/>
    <dgm:cxn modelId="{7CC5640B-38E4-4FF6-ABB2-B1DBACDE14ED}" srcId="{CF9FC193-7A05-4631-B681-B56EAB543D38}" destId="{F2E76E26-C8F4-48C4-8169-C0BEB79B3E62}" srcOrd="6" destOrd="0" parTransId="{722C1B78-3599-47A7-BC57-908AC5BA00A0}" sibTransId="{41108939-6BF3-4271-AC8B-DEFAAA2883BB}"/>
    <dgm:cxn modelId="{53389C0D-B6AD-403B-8159-513D9AF2DC2E}" type="presOf" srcId="{BC2D7FC4-8B6D-4C7F-97D6-F826F0D53F25}" destId="{68EC0B87-E1C4-42D3-802E-843C25411533}" srcOrd="0" destOrd="0" presId="urn:microsoft.com/office/officeart/2005/8/layout/list1"/>
    <dgm:cxn modelId="{EBABF315-7279-44C3-8DE2-4C87B4DB32C0}" type="presOf" srcId="{97E01058-33BE-4A21-B9F2-28054611EA7F}" destId="{D2C839C0-D2F0-4973-A84F-AB62953FCCA5}" srcOrd="0" destOrd="0" presId="urn:microsoft.com/office/officeart/2005/8/layout/list1"/>
    <dgm:cxn modelId="{799B8B1C-A7AE-4258-8295-0F98D1CEB1FA}" type="presOf" srcId="{067196AC-E136-4EB3-9424-2014E085D8AF}" destId="{F126A1BE-74FC-4AAF-92C2-989704875D48}" srcOrd="0" destOrd="0" presId="urn:microsoft.com/office/officeart/2005/8/layout/list1"/>
    <dgm:cxn modelId="{2BC24121-91F8-41E0-8690-69F86106F088}" srcId="{CF9FC193-7A05-4631-B681-B56EAB543D38}" destId="{4D23E9CF-CDA2-412A-A522-F3C51FB20B3C}" srcOrd="8" destOrd="0" parTransId="{ED30742C-A18C-477E-852F-069C3D0236AA}" sibTransId="{F4E10429-374A-4A0C-BD76-06C36FCFB0C8}"/>
    <dgm:cxn modelId="{AAB58C2E-5271-44FC-AFC5-D1E59E2FEF2B}" type="presOf" srcId="{BC2D7FC4-8B6D-4C7F-97D6-F826F0D53F25}" destId="{4BDDAC65-CF14-4CA5-8C84-CC9F56594590}" srcOrd="1" destOrd="0" presId="urn:microsoft.com/office/officeart/2005/8/layout/list1"/>
    <dgm:cxn modelId="{1EC6362F-38E3-42CF-AD3D-4EA2416B6839}" type="presOf" srcId="{97E01058-33BE-4A21-B9F2-28054611EA7F}" destId="{0C79E747-636D-458B-B633-5A19458B409C}" srcOrd="1" destOrd="0" presId="urn:microsoft.com/office/officeart/2005/8/layout/list1"/>
    <dgm:cxn modelId="{50CD7F39-5702-446D-926B-38BE54D9D82D}" type="presOf" srcId="{D53D3A17-6B92-481E-B79C-A86C1C68D8BB}" destId="{54B668D2-ECDB-47DE-BB2C-93EFBC11197A}" srcOrd="1" destOrd="0" presId="urn:microsoft.com/office/officeart/2005/8/layout/list1"/>
    <dgm:cxn modelId="{788AB55D-0515-4C40-9A57-F310475546E0}" srcId="{CF9FC193-7A05-4631-B681-B56EAB543D38}" destId="{684760E7-82BE-4711-A957-E4A576464472}" srcOrd="4" destOrd="0" parTransId="{216D6B00-4F26-4600-B720-AB88D9B95397}" sibTransId="{934DDA26-5A48-4FE5-8C69-2906ECEA5698}"/>
    <dgm:cxn modelId="{8BAD115E-D436-469C-9C57-FDE5B7ADE767}" srcId="{CF9FC193-7A05-4631-B681-B56EAB543D38}" destId="{067196AC-E136-4EB3-9424-2014E085D8AF}" srcOrd="2" destOrd="0" parTransId="{FEBE6429-1789-48E5-94F2-DD6F7350F9BA}" sibTransId="{93544A7E-3B55-479B-A98B-1DF72A22613E}"/>
    <dgm:cxn modelId="{13585466-9967-4FE0-A5E3-5DDFAD7F8844}" type="presOf" srcId="{684760E7-82BE-4711-A957-E4A576464472}" destId="{0C18C9A8-AC9A-4140-99BB-CD430E768077}" srcOrd="1" destOrd="0" presId="urn:microsoft.com/office/officeart/2005/8/layout/list1"/>
    <dgm:cxn modelId="{009A9D66-6200-4411-89D0-BEDF7359628A}" type="presOf" srcId="{F2E76E26-C8F4-48C4-8169-C0BEB79B3E62}" destId="{AAF32F9E-8C6E-4673-B5F3-1812654682BA}" srcOrd="0" destOrd="0" presId="urn:microsoft.com/office/officeart/2005/8/layout/list1"/>
    <dgm:cxn modelId="{22642450-EB4B-41FB-A67D-3BE79FDC2791}" srcId="{CF9FC193-7A05-4631-B681-B56EAB543D38}" destId="{BC2D7FC4-8B6D-4C7F-97D6-F826F0D53F25}" srcOrd="5" destOrd="0" parTransId="{4C815EBB-699C-4611-A581-ED040673EBBC}" sibTransId="{05FA3D28-4C97-454A-B072-172B32F151AE}"/>
    <dgm:cxn modelId="{6E40CA54-E7B4-47A9-9B15-BA46B5BEC730}" type="presOf" srcId="{FB0CA9F0-2F59-4713-AD6A-CF8C3BDAD397}" destId="{593FA796-6D3F-4AF2-8767-58197AE1ACCC}" srcOrd="1" destOrd="0" presId="urn:microsoft.com/office/officeart/2005/8/layout/list1"/>
    <dgm:cxn modelId="{17D0FE74-8932-4098-ADFD-9234DBF75B20}" type="presOf" srcId="{4D23E9CF-CDA2-412A-A522-F3C51FB20B3C}" destId="{B7153CD3-39D9-4BF1-92BF-1E20E970A25C}" srcOrd="0" destOrd="0" presId="urn:microsoft.com/office/officeart/2005/8/layout/list1"/>
    <dgm:cxn modelId="{F81DBC58-C532-4137-BA59-F19F945B71B7}" type="presOf" srcId="{F2E76E26-C8F4-48C4-8169-C0BEB79B3E62}" destId="{0B5C6424-E7F5-48FB-8BD0-05BE90D949C3}" srcOrd="1" destOrd="0" presId="urn:microsoft.com/office/officeart/2005/8/layout/list1"/>
    <dgm:cxn modelId="{AD7D1D8D-39A3-420E-87C8-1840E0DCE6D9}" srcId="{CF9FC193-7A05-4631-B681-B56EAB543D38}" destId="{97E01058-33BE-4A21-B9F2-28054611EA7F}" srcOrd="7" destOrd="0" parTransId="{8BAB7031-7477-4DFB-840A-9DDA96EF6164}" sibTransId="{DF7D9681-CAFB-4646-A4D0-028C58570C12}"/>
    <dgm:cxn modelId="{E252318E-22CC-4AF1-B727-AE628985B0D8}" type="presOf" srcId="{72EA1C36-4E24-4BE5-9622-33993653290B}" destId="{28DE073C-E1F8-4522-B018-4B5EB71985AE}" srcOrd="0" destOrd="0" presId="urn:microsoft.com/office/officeart/2005/8/layout/list1"/>
    <dgm:cxn modelId="{629B819F-D04D-44DA-A166-2CBF5742F287}" srcId="{CF9FC193-7A05-4631-B681-B56EAB543D38}" destId="{497D4054-D713-4BBE-A2FD-553B384AE8B6}" srcOrd="9" destOrd="0" parTransId="{79466227-2E17-4B2E-93BE-97906EC62FD9}" sibTransId="{039FF867-C0E4-47B9-907A-3BA3DC79F274}"/>
    <dgm:cxn modelId="{CE9F2FB4-9DC1-4C6D-8FD7-2F004BCF9F2F}" type="presOf" srcId="{4D23E9CF-CDA2-412A-A522-F3C51FB20B3C}" destId="{751DDCE4-CC33-48CD-A7B2-AE803C77A149}" srcOrd="1" destOrd="0" presId="urn:microsoft.com/office/officeart/2005/8/layout/list1"/>
    <dgm:cxn modelId="{7EA628B5-B044-472A-8C1A-2D17BBA7BC56}" type="presOf" srcId="{067196AC-E136-4EB3-9424-2014E085D8AF}" destId="{9CDBBA76-3E2A-462F-AEC9-7DEA98409749}" srcOrd="1" destOrd="0" presId="urn:microsoft.com/office/officeart/2005/8/layout/list1"/>
    <dgm:cxn modelId="{DBD1FFB6-B1D0-4F5F-B962-FA29345E329E}" type="presOf" srcId="{CF9FC193-7A05-4631-B681-B56EAB543D38}" destId="{6A2B9FFB-CFCE-4E5B-84DE-3636D439A762}" srcOrd="0" destOrd="0" presId="urn:microsoft.com/office/officeart/2005/8/layout/list1"/>
    <dgm:cxn modelId="{88A597B9-9D63-4D49-95B1-0ED23DB3EB49}" type="presOf" srcId="{D53D3A17-6B92-481E-B79C-A86C1C68D8BB}" destId="{6A6708A4-0988-4555-A00B-F84BD648293C}" srcOrd="0" destOrd="0" presId="urn:microsoft.com/office/officeart/2005/8/layout/list1"/>
    <dgm:cxn modelId="{05927DC0-2599-4909-A448-5F41718F613F}" type="presOf" srcId="{497D4054-D713-4BBE-A2FD-553B384AE8B6}" destId="{93597166-C081-4053-AB07-8397D4F944DF}" srcOrd="1" destOrd="0" presId="urn:microsoft.com/office/officeart/2005/8/layout/list1"/>
    <dgm:cxn modelId="{0A1679C9-F942-42D5-9A9E-5534F7206AE3}" type="presOf" srcId="{497D4054-D713-4BBE-A2FD-553B384AE8B6}" destId="{2C7281D4-B195-4F7B-84C1-F13BE4806CB7}" srcOrd="0" destOrd="0" presId="urn:microsoft.com/office/officeart/2005/8/layout/list1"/>
    <dgm:cxn modelId="{65B6A2CE-C61A-4175-9C92-4891B9E23478}" type="presOf" srcId="{FB0CA9F0-2F59-4713-AD6A-CF8C3BDAD397}" destId="{C338CF67-77BF-4D2B-A07D-F16620DC5967}" srcOrd="0" destOrd="0" presId="urn:microsoft.com/office/officeart/2005/8/layout/list1"/>
    <dgm:cxn modelId="{B298C2D0-1E0D-4C55-998B-908EE211C564}" srcId="{CF9FC193-7A05-4631-B681-B56EAB543D38}" destId="{72EA1C36-4E24-4BE5-9622-33993653290B}" srcOrd="1" destOrd="0" parTransId="{EA639DC3-F0F5-4AC3-969F-4603958F52FF}" sibTransId="{F0EA2577-AC11-4EAE-8C36-7D76EBDA4D91}"/>
    <dgm:cxn modelId="{516A0ED7-423C-4449-A843-B4149C7B881D}" srcId="{CF9FC193-7A05-4631-B681-B56EAB543D38}" destId="{FB0CA9F0-2F59-4713-AD6A-CF8C3BDAD397}" srcOrd="0" destOrd="0" parTransId="{4D6475D7-3F19-4FB2-BDFC-19384B05C790}" sibTransId="{88A8BEFA-D491-4E80-8A12-7D2A41E8C394}"/>
    <dgm:cxn modelId="{150EE1D8-73E3-4C53-BFB3-52A17F4A1858}" srcId="{CF9FC193-7A05-4631-B681-B56EAB543D38}" destId="{D53D3A17-6B92-481E-B79C-A86C1C68D8BB}" srcOrd="3" destOrd="0" parTransId="{BD80619D-4807-411A-9186-FFE8E0C692F3}" sibTransId="{93364B84-49DF-4047-966E-F3853BFF6ED6}"/>
    <dgm:cxn modelId="{988031DD-DF17-4944-8838-9341FE3CB0B3}" type="presOf" srcId="{72EA1C36-4E24-4BE5-9622-33993653290B}" destId="{1EB5200D-03EA-4699-837A-23EB93A94976}" srcOrd="1" destOrd="0" presId="urn:microsoft.com/office/officeart/2005/8/layout/list1"/>
    <dgm:cxn modelId="{CF935DFF-06AF-45EB-95AC-E20681ECDC07}" type="presParOf" srcId="{6A2B9FFB-CFCE-4E5B-84DE-3636D439A762}" destId="{B8AAF041-3DEF-4670-B637-7A2DD367298C}" srcOrd="0" destOrd="0" presId="urn:microsoft.com/office/officeart/2005/8/layout/list1"/>
    <dgm:cxn modelId="{7ACBE8A7-614E-4ABE-B4FE-61FA5851F5A3}" type="presParOf" srcId="{B8AAF041-3DEF-4670-B637-7A2DD367298C}" destId="{C338CF67-77BF-4D2B-A07D-F16620DC5967}" srcOrd="0" destOrd="0" presId="urn:microsoft.com/office/officeart/2005/8/layout/list1"/>
    <dgm:cxn modelId="{87BC4C20-45B0-44F3-A81D-FB2A86E2F9B7}" type="presParOf" srcId="{B8AAF041-3DEF-4670-B637-7A2DD367298C}" destId="{593FA796-6D3F-4AF2-8767-58197AE1ACCC}" srcOrd="1" destOrd="0" presId="urn:microsoft.com/office/officeart/2005/8/layout/list1"/>
    <dgm:cxn modelId="{5CC3AC26-910D-452E-A0D8-E5EC0B97A19C}" type="presParOf" srcId="{6A2B9FFB-CFCE-4E5B-84DE-3636D439A762}" destId="{F6E55835-D250-4381-A99A-4DB58E3D44FA}" srcOrd="1" destOrd="0" presId="urn:microsoft.com/office/officeart/2005/8/layout/list1"/>
    <dgm:cxn modelId="{C2585C05-73BE-47DB-A187-4C3C90E4D5CD}" type="presParOf" srcId="{6A2B9FFB-CFCE-4E5B-84DE-3636D439A762}" destId="{51697C61-70FB-4882-AED9-8AE96AC90A60}" srcOrd="2" destOrd="0" presId="urn:microsoft.com/office/officeart/2005/8/layout/list1"/>
    <dgm:cxn modelId="{844109BF-7FD4-46B2-B1CD-E3F35AB86B1F}" type="presParOf" srcId="{6A2B9FFB-CFCE-4E5B-84DE-3636D439A762}" destId="{E370C497-CFEA-43BA-BA1E-E99012610DCA}" srcOrd="3" destOrd="0" presId="urn:microsoft.com/office/officeart/2005/8/layout/list1"/>
    <dgm:cxn modelId="{6C346842-083A-4B18-B4C4-CB7401C86029}" type="presParOf" srcId="{6A2B9FFB-CFCE-4E5B-84DE-3636D439A762}" destId="{C3589BB6-627E-4A32-8AAB-93F3C800489C}" srcOrd="4" destOrd="0" presId="urn:microsoft.com/office/officeart/2005/8/layout/list1"/>
    <dgm:cxn modelId="{1C0D7E80-DFC9-49FC-A89C-28D67C8F641E}" type="presParOf" srcId="{C3589BB6-627E-4A32-8AAB-93F3C800489C}" destId="{28DE073C-E1F8-4522-B018-4B5EB71985AE}" srcOrd="0" destOrd="0" presId="urn:microsoft.com/office/officeart/2005/8/layout/list1"/>
    <dgm:cxn modelId="{3C2E89F9-6521-408D-B630-6FF7A889F429}" type="presParOf" srcId="{C3589BB6-627E-4A32-8AAB-93F3C800489C}" destId="{1EB5200D-03EA-4699-837A-23EB93A94976}" srcOrd="1" destOrd="0" presId="urn:microsoft.com/office/officeart/2005/8/layout/list1"/>
    <dgm:cxn modelId="{A84AFDC3-7039-42C1-9124-DB983C73B77F}" type="presParOf" srcId="{6A2B9FFB-CFCE-4E5B-84DE-3636D439A762}" destId="{2EA8A713-5234-4430-B9B9-75589B3E5BED}" srcOrd="5" destOrd="0" presId="urn:microsoft.com/office/officeart/2005/8/layout/list1"/>
    <dgm:cxn modelId="{FD9C3A43-5A8B-4072-A0E9-A990B18FFD68}" type="presParOf" srcId="{6A2B9FFB-CFCE-4E5B-84DE-3636D439A762}" destId="{5828C1E4-FB5A-49C0-9585-C8D012208E5E}" srcOrd="6" destOrd="0" presId="urn:microsoft.com/office/officeart/2005/8/layout/list1"/>
    <dgm:cxn modelId="{03BE16B3-C2EA-4690-8AE8-D1CF134F5CD5}" type="presParOf" srcId="{6A2B9FFB-CFCE-4E5B-84DE-3636D439A762}" destId="{7814B9FE-5885-4C06-AFBD-83453F17259D}" srcOrd="7" destOrd="0" presId="urn:microsoft.com/office/officeart/2005/8/layout/list1"/>
    <dgm:cxn modelId="{582C3D15-50FC-480A-B64E-856B949A6C3B}" type="presParOf" srcId="{6A2B9FFB-CFCE-4E5B-84DE-3636D439A762}" destId="{5BF39E9E-5A2F-4C7F-BC91-1161753937B4}" srcOrd="8" destOrd="0" presId="urn:microsoft.com/office/officeart/2005/8/layout/list1"/>
    <dgm:cxn modelId="{F8568165-CBA4-489B-AE56-0788E527C43C}" type="presParOf" srcId="{5BF39E9E-5A2F-4C7F-BC91-1161753937B4}" destId="{F126A1BE-74FC-4AAF-92C2-989704875D48}" srcOrd="0" destOrd="0" presId="urn:microsoft.com/office/officeart/2005/8/layout/list1"/>
    <dgm:cxn modelId="{E3165F1E-AFAA-4A91-85CC-5EB6E94BA43C}" type="presParOf" srcId="{5BF39E9E-5A2F-4C7F-BC91-1161753937B4}" destId="{9CDBBA76-3E2A-462F-AEC9-7DEA98409749}" srcOrd="1" destOrd="0" presId="urn:microsoft.com/office/officeart/2005/8/layout/list1"/>
    <dgm:cxn modelId="{4A3E685C-DDCD-490F-B9A3-33EB47365F0B}" type="presParOf" srcId="{6A2B9FFB-CFCE-4E5B-84DE-3636D439A762}" destId="{4DB9AB26-FA13-4DC1-AAE5-45835EFB2C8F}" srcOrd="9" destOrd="0" presId="urn:microsoft.com/office/officeart/2005/8/layout/list1"/>
    <dgm:cxn modelId="{A18822B9-36A4-47DB-A2EE-888247EFFAA0}" type="presParOf" srcId="{6A2B9FFB-CFCE-4E5B-84DE-3636D439A762}" destId="{34AC4AF1-7462-4AB8-A8B8-F5BFDFA8C8A1}" srcOrd="10" destOrd="0" presId="urn:microsoft.com/office/officeart/2005/8/layout/list1"/>
    <dgm:cxn modelId="{D1B6A0A4-EBF1-45A3-8B40-F46628BDA65F}" type="presParOf" srcId="{6A2B9FFB-CFCE-4E5B-84DE-3636D439A762}" destId="{7E5876B9-85CD-42D1-8409-DB3684CE9C84}" srcOrd="11" destOrd="0" presId="urn:microsoft.com/office/officeart/2005/8/layout/list1"/>
    <dgm:cxn modelId="{ABAB1E73-4C24-4D97-B296-9DCCB219D884}" type="presParOf" srcId="{6A2B9FFB-CFCE-4E5B-84DE-3636D439A762}" destId="{E52F20BC-BFA8-4D21-927E-D140FD7A0E57}" srcOrd="12" destOrd="0" presId="urn:microsoft.com/office/officeart/2005/8/layout/list1"/>
    <dgm:cxn modelId="{2B3FE33E-D6BD-4E20-B56A-DE78A1205E41}" type="presParOf" srcId="{E52F20BC-BFA8-4D21-927E-D140FD7A0E57}" destId="{6A6708A4-0988-4555-A00B-F84BD648293C}" srcOrd="0" destOrd="0" presId="urn:microsoft.com/office/officeart/2005/8/layout/list1"/>
    <dgm:cxn modelId="{785E7B26-2C14-47B8-A5E2-5D1981F96D3F}" type="presParOf" srcId="{E52F20BC-BFA8-4D21-927E-D140FD7A0E57}" destId="{54B668D2-ECDB-47DE-BB2C-93EFBC11197A}" srcOrd="1" destOrd="0" presId="urn:microsoft.com/office/officeart/2005/8/layout/list1"/>
    <dgm:cxn modelId="{1CAF8E04-64C0-446D-9325-DC57F190B5E1}" type="presParOf" srcId="{6A2B9FFB-CFCE-4E5B-84DE-3636D439A762}" destId="{26D690C7-5A1A-4271-BCAB-8B13CFB6B2E1}" srcOrd="13" destOrd="0" presId="urn:microsoft.com/office/officeart/2005/8/layout/list1"/>
    <dgm:cxn modelId="{F422E80C-A6B1-48DF-B181-FF2147572D73}" type="presParOf" srcId="{6A2B9FFB-CFCE-4E5B-84DE-3636D439A762}" destId="{2797C844-CABC-4E48-BD24-4AB83C8D53C4}" srcOrd="14" destOrd="0" presId="urn:microsoft.com/office/officeart/2005/8/layout/list1"/>
    <dgm:cxn modelId="{683482F3-8511-46E3-8344-97852AF8AE80}" type="presParOf" srcId="{6A2B9FFB-CFCE-4E5B-84DE-3636D439A762}" destId="{0E3D63C7-A50B-4455-99D2-2F336F0F38C1}" srcOrd="15" destOrd="0" presId="urn:microsoft.com/office/officeart/2005/8/layout/list1"/>
    <dgm:cxn modelId="{A886441D-82BB-4890-8DC4-0B3239C00489}" type="presParOf" srcId="{6A2B9FFB-CFCE-4E5B-84DE-3636D439A762}" destId="{C017220E-226A-430B-9BBC-3F737FA82C1E}" srcOrd="16" destOrd="0" presId="urn:microsoft.com/office/officeart/2005/8/layout/list1"/>
    <dgm:cxn modelId="{988D720E-78D3-4E1E-96C2-29E2EEA06C43}" type="presParOf" srcId="{C017220E-226A-430B-9BBC-3F737FA82C1E}" destId="{22A147E9-9125-494E-A544-0380F11CB862}" srcOrd="0" destOrd="0" presId="urn:microsoft.com/office/officeart/2005/8/layout/list1"/>
    <dgm:cxn modelId="{D81A9E25-D47D-4F8C-A5E7-950C754BCF31}" type="presParOf" srcId="{C017220E-226A-430B-9BBC-3F737FA82C1E}" destId="{0C18C9A8-AC9A-4140-99BB-CD430E768077}" srcOrd="1" destOrd="0" presId="urn:microsoft.com/office/officeart/2005/8/layout/list1"/>
    <dgm:cxn modelId="{F6D66A89-58A7-4B58-8FA8-BF2E9607D6B4}" type="presParOf" srcId="{6A2B9FFB-CFCE-4E5B-84DE-3636D439A762}" destId="{9DECEF15-D5C4-48F6-9323-08DCD0BFBB6E}" srcOrd="17" destOrd="0" presId="urn:microsoft.com/office/officeart/2005/8/layout/list1"/>
    <dgm:cxn modelId="{CA701106-67DA-44FD-89CE-6EFA05C9CC34}" type="presParOf" srcId="{6A2B9FFB-CFCE-4E5B-84DE-3636D439A762}" destId="{FEFD7DEB-E8D7-4606-8D8E-4403B948E6B5}" srcOrd="18" destOrd="0" presId="urn:microsoft.com/office/officeart/2005/8/layout/list1"/>
    <dgm:cxn modelId="{8E4215C0-28B7-4371-AB70-FF84AE21D0FB}" type="presParOf" srcId="{6A2B9FFB-CFCE-4E5B-84DE-3636D439A762}" destId="{A091F412-A749-4C25-801B-543CEF061BD8}" srcOrd="19" destOrd="0" presId="urn:microsoft.com/office/officeart/2005/8/layout/list1"/>
    <dgm:cxn modelId="{DF172196-EF46-4B6D-870E-F90084BE1725}" type="presParOf" srcId="{6A2B9FFB-CFCE-4E5B-84DE-3636D439A762}" destId="{9010AF28-F5D2-4203-A806-C8D35F7E25E0}" srcOrd="20" destOrd="0" presId="urn:microsoft.com/office/officeart/2005/8/layout/list1"/>
    <dgm:cxn modelId="{678EF325-AF0A-490A-8C02-208DB9837A61}" type="presParOf" srcId="{9010AF28-F5D2-4203-A806-C8D35F7E25E0}" destId="{68EC0B87-E1C4-42D3-802E-843C25411533}" srcOrd="0" destOrd="0" presId="urn:microsoft.com/office/officeart/2005/8/layout/list1"/>
    <dgm:cxn modelId="{ED228646-D1AB-4018-A8B4-6B04804A3538}" type="presParOf" srcId="{9010AF28-F5D2-4203-A806-C8D35F7E25E0}" destId="{4BDDAC65-CF14-4CA5-8C84-CC9F56594590}" srcOrd="1" destOrd="0" presId="urn:microsoft.com/office/officeart/2005/8/layout/list1"/>
    <dgm:cxn modelId="{3675FA20-04B7-41F5-843F-E7F8C740BE9C}" type="presParOf" srcId="{6A2B9FFB-CFCE-4E5B-84DE-3636D439A762}" destId="{24EFA77A-7BEF-4FCB-827B-0AB7D709E9DC}" srcOrd="21" destOrd="0" presId="urn:microsoft.com/office/officeart/2005/8/layout/list1"/>
    <dgm:cxn modelId="{161BA7AA-173E-409D-ACCD-52142831A52A}" type="presParOf" srcId="{6A2B9FFB-CFCE-4E5B-84DE-3636D439A762}" destId="{994A45AD-09C1-467D-9F7E-D0CC3A4DE7BC}" srcOrd="22" destOrd="0" presId="urn:microsoft.com/office/officeart/2005/8/layout/list1"/>
    <dgm:cxn modelId="{0D7FFD61-1B58-4F27-A50B-DFDB3CEBA6E2}" type="presParOf" srcId="{6A2B9FFB-CFCE-4E5B-84DE-3636D439A762}" destId="{C79DFC72-05F5-4585-94F2-03E62CD49C73}" srcOrd="23" destOrd="0" presId="urn:microsoft.com/office/officeart/2005/8/layout/list1"/>
    <dgm:cxn modelId="{FEDA408E-55A9-4D0E-BE70-DB11CF610336}" type="presParOf" srcId="{6A2B9FFB-CFCE-4E5B-84DE-3636D439A762}" destId="{503E87D6-74E6-42D5-AD4C-408F03613D7D}" srcOrd="24" destOrd="0" presId="urn:microsoft.com/office/officeart/2005/8/layout/list1"/>
    <dgm:cxn modelId="{20B18DF2-B29B-4B53-B7C3-27FA635A0888}" type="presParOf" srcId="{503E87D6-74E6-42D5-AD4C-408F03613D7D}" destId="{AAF32F9E-8C6E-4673-B5F3-1812654682BA}" srcOrd="0" destOrd="0" presId="urn:microsoft.com/office/officeart/2005/8/layout/list1"/>
    <dgm:cxn modelId="{1F870B49-6F79-4C0E-A4C6-49B53713829D}" type="presParOf" srcId="{503E87D6-74E6-42D5-AD4C-408F03613D7D}" destId="{0B5C6424-E7F5-48FB-8BD0-05BE90D949C3}" srcOrd="1" destOrd="0" presId="urn:microsoft.com/office/officeart/2005/8/layout/list1"/>
    <dgm:cxn modelId="{2676567E-1BF4-4726-895E-0D1B2F7D9AEF}" type="presParOf" srcId="{6A2B9FFB-CFCE-4E5B-84DE-3636D439A762}" destId="{8D11BB8A-378C-4BDB-B085-19533F0C4E04}" srcOrd="25" destOrd="0" presId="urn:microsoft.com/office/officeart/2005/8/layout/list1"/>
    <dgm:cxn modelId="{8A126A68-7006-44DE-BB7C-A226A8720A16}" type="presParOf" srcId="{6A2B9FFB-CFCE-4E5B-84DE-3636D439A762}" destId="{9D75A644-0F53-47E3-8996-E5701D400D5F}" srcOrd="26" destOrd="0" presId="urn:microsoft.com/office/officeart/2005/8/layout/list1"/>
    <dgm:cxn modelId="{E00B9EE7-471B-45BA-B42D-46BCD3541C55}" type="presParOf" srcId="{6A2B9FFB-CFCE-4E5B-84DE-3636D439A762}" destId="{D76A66E5-E258-4734-9CE8-49BA6C3AB116}" srcOrd="27" destOrd="0" presId="urn:microsoft.com/office/officeart/2005/8/layout/list1"/>
    <dgm:cxn modelId="{EB6DB9A5-1594-4FD9-822B-7F5DAB2A8315}" type="presParOf" srcId="{6A2B9FFB-CFCE-4E5B-84DE-3636D439A762}" destId="{A217CC4F-996E-4159-9189-903E968B4673}" srcOrd="28" destOrd="0" presId="urn:microsoft.com/office/officeart/2005/8/layout/list1"/>
    <dgm:cxn modelId="{4627BBCF-6178-49A3-A7DA-E5CC9CB8A466}" type="presParOf" srcId="{A217CC4F-996E-4159-9189-903E968B4673}" destId="{D2C839C0-D2F0-4973-A84F-AB62953FCCA5}" srcOrd="0" destOrd="0" presId="urn:microsoft.com/office/officeart/2005/8/layout/list1"/>
    <dgm:cxn modelId="{4A5D5515-7645-44F5-827A-AC7666A7E6FD}" type="presParOf" srcId="{A217CC4F-996E-4159-9189-903E968B4673}" destId="{0C79E747-636D-458B-B633-5A19458B409C}" srcOrd="1" destOrd="0" presId="urn:microsoft.com/office/officeart/2005/8/layout/list1"/>
    <dgm:cxn modelId="{72AAD059-8E9B-4549-9E28-C627BF4B9794}" type="presParOf" srcId="{6A2B9FFB-CFCE-4E5B-84DE-3636D439A762}" destId="{47C686B1-CC08-4A14-8260-0ED5200B5796}" srcOrd="29" destOrd="0" presId="urn:microsoft.com/office/officeart/2005/8/layout/list1"/>
    <dgm:cxn modelId="{2F100063-E937-41DB-ADE1-ADC00D2F05E4}" type="presParOf" srcId="{6A2B9FFB-CFCE-4E5B-84DE-3636D439A762}" destId="{22332BBF-7C4C-4598-BCDC-E89CCD380FB6}" srcOrd="30" destOrd="0" presId="urn:microsoft.com/office/officeart/2005/8/layout/list1"/>
    <dgm:cxn modelId="{E962B1E3-23A1-4960-B3B3-907AA4F35B56}" type="presParOf" srcId="{6A2B9FFB-CFCE-4E5B-84DE-3636D439A762}" destId="{B0F21CA0-C669-4281-AC65-BEDEF4F8D8D4}" srcOrd="31" destOrd="0" presId="urn:microsoft.com/office/officeart/2005/8/layout/list1"/>
    <dgm:cxn modelId="{32542AA9-CEA5-41B1-976E-31E0F2F470F7}" type="presParOf" srcId="{6A2B9FFB-CFCE-4E5B-84DE-3636D439A762}" destId="{90470BB5-B5AB-4C1E-8E13-5FF3EA663F62}" srcOrd="32" destOrd="0" presId="urn:microsoft.com/office/officeart/2005/8/layout/list1"/>
    <dgm:cxn modelId="{969DEA68-5E2E-487B-ACC2-E067647AC968}" type="presParOf" srcId="{90470BB5-B5AB-4C1E-8E13-5FF3EA663F62}" destId="{B7153CD3-39D9-4BF1-92BF-1E20E970A25C}" srcOrd="0" destOrd="0" presId="urn:microsoft.com/office/officeart/2005/8/layout/list1"/>
    <dgm:cxn modelId="{7119FD62-B7A1-4A53-994C-AF2294209FC4}" type="presParOf" srcId="{90470BB5-B5AB-4C1E-8E13-5FF3EA663F62}" destId="{751DDCE4-CC33-48CD-A7B2-AE803C77A149}" srcOrd="1" destOrd="0" presId="urn:microsoft.com/office/officeart/2005/8/layout/list1"/>
    <dgm:cxn modelId="{DD8AC839-FB44-4B36-8FB8-962E9EC0749E}" type="presParOf" srcId="{6A2B9FFB-CFCE-4E5B-84DE-3636D439A762}" destId="{CF356470-A2FC-48D4-9D37-71A169400A1F}" srcOrd="33" destOrd="0" presId="urn:microsoft.com/office/officeart/2005/8/layout/list1"/>
    <dgm:cxn modelId="{2079BC2C-9105-41D3-9B33-22145BE13F28}" type="presParOf" srcId="{6A2B9FFB-CFCE-4E5B-84DE-3636D439A762}" destId="{6E38143B-4C60-4775-BF71-E684AB393018}" srcOrd="34" destOrd="0" presId="urn:microsoft.com/office/officeart/2005/8/layout/list1"/>
    <dgm:cxn modelId="{A56BDA17-6969-4B68-A47D-F90A660595A9}" type="presParOf" srcId="{6A2B9FFB-CFCE-4E5B-84DE-3636D439A762}" destId="{14F33A47-6AEF-4EA0-8922-6E1314C6E90C}" srcOrd="35" destOrd="0" presId="urn:microsoft.com/office/officeart/2005/8/layout/list1"/>
    <dgm:cxn modelId="{ED80BDC2-9E8A-4592-B779-50B4B444653D}" type="presParOf" srcId="{6A2B9FFB-CFCE-4E5B-84DE-3636D439A762}" destId="{EB81DBD0-922C-4B8D-9369-1554E2F5A1A5}" srcOrd="36" destOrd="0" presId="urn:microsoft.com/office/officeart/2005/8/layout/list1"/>
    <dgm:cxn modelId="{DA035102-C6EE-481A-ADD1-B03856C763F5}" type="presParOf" srcId="{EB81DBD0-922C-4B8D-9369-1554E2F5A1A5}" destId="{2C7281D4-B195-4F7B-84C1-F13BE4806CB7}" srcOrd="0" destOrd="0" presId="urn:microsoft.com/office/officeart/2005/8/layout/list1"/>
    <dgm:cxn modelId="{53F70366-5B58-49ED-B3E5-D8A5C8B27659}" type="presParOf" srcId="{EB81DBD0-922C-4B8D-9369-1554E2F5A1A5}" destId="{93597166-C081-4053-AB07-8397D4F944DF}" srcOrd="1" destOrd="0" presId="urn:microsoft.com/office/officeart/2005/8/layout/list1"/>
    <dgm:cxn modelId="{7C819BD3-A572-40C0-8F17-EE893BFD2C46}" type="presParOf" srcId="{6A2B9FFB-CFCE-4E5B-84DE-3636D439A762}" destId="{7A2673A8-1DC8-480F-9B7F-67136160FB83}" srcOrd="37" destOrd="0" presId="urn:microsoft.com/office/officeart/2005/8/layout/list1"/>
    <dgm:cxn modelId="{A7529775-6E37-4CA8-8815-769872B95E75}" type="presParOf" srcId="{6A2B9FFB-CFCE-4E5B-84DE-3636D439A762}" destId="{784ECB8D-8F3C-4500-A13F-615B06B63323}" srcOrd="3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97C61-70FB-4882-AED9-8AE96AC90A60}">
      <dsp:nvSpPr>
        <dsp:cNvPr id="0" name=""/>
        <dsp:cNvSpPr/>
      </dsp:nvSpPr>
      <dsp:spPr>
        <a:xfrm>
          <a:off x="0" y="152727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FA796-6D3F-4AF2-8767-58197AE1ACCC}">
      <dsp:nvSpPr>
        <dsp:cNvPr id="0" name=""/>
        <dsp:cNvSpPr/>
      </dsp:nvSpPr>
      <dsp:spPr>
        <a:xfrm>
          <a:off x="519067" y="152801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Montserrat"/>
              <a:ea typeface="Open Sans"/>
              <a:cs typeface="Open Sans"/>
            </a:rPr>
            <a:t>Psychological Impact</a:t>
          </a:r>
          <a:endParaRPr lang="en-US" sz="1000" b="1" kern="1200">
            <a:latin typeface="Open Sans"/>
            <a:ea typeface="Open Sans"/>
            <a:cs typeface="Open Sans"/>
          </a:endParaRPr>
        </a:p>
      </dsp:txBody>
      <dsp:txXfrm>
        <a:off x="533477" y="167211"/>
        <a:ext cx="7891292" cy="266380"/>
      </dsp:txXfrm>
    </dsp:sp>
    <dsp:sp modelId="{5828C1E4-FB5A-49C0-9585-C8D012208E5E}">
      <dsp:nvSpPr>
        <dsp:cNvPr id="0" name=""/>
        <dsp:cNvSpPr/>
      </dsp:nvSpPr>
      <dsp:spPr>
        <a:xfrm>
          <a:off x="0" y="606327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5200D-03EA-4699-837A-23EB93A94976}">
      <dsp:nvSpPr>
        <dsp:cNvPr id="0" name=""/>
        <dsp:cNvSpPr/>
      </dsp:nvSpPr>
      <dsp:spPr>
        <a:xfrm>
          <a:off x="528395" y="598685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Depression &amp; Anxiety:</a:t>
          </a:r>
          <a:r>
            <a:rPr lang="en-US" sz="1000" kern="1200">
              <a:latin typeface="Open Sans"/>
              <a:ea typeface="Open Sans"/>
              <a:cs typeface="Open Sans"/>
            </a:rPr>
            <a:t> 93% of cyber victims report feelings of hopelessness, sadness, and powerlessness</a:t>
          </a:r>
          <a:endParaRPr lang="en-US" sz="1000" kern="1200">
            <a:latin typeface="Tw Cen MT" panose="020B0602020104020603"/>
            <a:ea typeface="+mn-ea"/>
            <a:cs typeface="+mn-cs"/>
          </a:endParaRPr>
        </a:p>
      </dsp:txBody>
      <dsp:txXfrm>
        <a:off x="542805" y="613095"/>
        <a:ext cx="7891292" cy="266380"/>
      </dsp:txXfrm>
    </dsp:sp>
    <dsp:sp modelId="{34AC4AF1-7462-4AB8-A8B8-F5BFDFA8C8A1}">
      <dsp:nvSpPr>
        <dsp:cNvPr id="0" name=""/>
        <dsp:cNvSpPr/>
      </dsp:nvSpPr>
      <dsp:spPr>
        <a:xfrm>
          <a:off x="0" y="1059927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BBA76-3E2A-462F-AEC9-7DEA98409749}">
      <dsp:nvSpPr>
        <dsp:cNvPr id="0" name=""/>
        <dsp:cNvSpPr/>
      </dsp:nvSpPr>
      <dsp:spPr>
        <a:xfrm>
          <a:off x="509738" y="1042956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Suicidal Behavior:</a:t>
          </a:r>
          <a:r>
            <a:rPr lang="en-US" sz="1000" kern="1200">
              <a:latin typeface="Open Sans"/>
              <a:ea typeface="Open Sans"/>
              <a:cs typeface="Open Sans"/>
            </a:rPr>
            <a:t> Cyberbullying victims are 1.9 times more likely to attempt suicide</a:t>
          </a:r>
          <a:endParaRPr lang="en-US" sz="1000" kern="1200">
            <a:ea typeface="+mn-ea"/>
            <a:cs typeface="+mn-cs"/>
          </a:endParaRPr>
        </a:p>
      </dsp:txBody>
      <dsp:txXfrm>
        <a:off x="524148" y="1057366"/>
        <a:ext cx="7891292" cy="266380"/>
      </dsp:txXfrm>
    </dsp:sp>
    <dsp:sp modelId="{2797C844-CABC-4E48-BD24-4AB83C8D53C4}">
      <dsp:nvSpPr>
        <dsp:cNvPr id="0" name=""/>
        <dsp:cNvSpPr/>
      </dsp:nvSpPr>
      <dsp:spPr>
        <a:xfrm>
          <a:off x="0" y="1513527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668D2-ECDB-47DE-BB2C-93EFBC11197A}">
      <dsp:nvSpPr>
        <dsp:cNvPr id="0" name=""/>
        <dsp:cNvSpPr/>
      </dsp:nvSpPr>
      <dsp:spPr>
        <a:xfrm>
          <a:off x="519067" y="1557669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Decreased Self-Esteem:</a:t>
          </a:r>
          <a:r>
            <a:rPr lang="en-US" sz="1000" kern="1200">
              <a:latin typeface="Open Sans"/>
              <a:ea typeface="Open Sans"/>
              <a:cs typeface="Open Sans"/>
            </a:rPr>
            <a:t> 66% report cyberbullying negatively impacted how they feel about themselves</a:t>
          </a:r>
          <a:endParaRPr lang="en-US" sz="1000" kern="1200">
            <a:ea typeface="+mn-ea"/>
            <a:cs typeface="+mn-cs"/>
          </a:endParaRPr>
        </a:p>
      </dsp:txBody>
      <dsp:txXfrm>
        <a:off x="533477" y="1572079"/>
        <a:ext cx="7891292" cy="266380"/>
      </dsp:txXfrm>
    </dsp:sp>
    <dsp:sp modelId="{FEFD7DEB-E8D7-4606-8D8E-4403B948E6B5}">
      <dsp:nvSpPr>
        <dsp:cNvPr id="0" name=""/>
        <dsp:cNvSpPr/>
      </dsp:nvSpPr>
      <dsp:spPr>
        <a:xfrm>
          <a:off x="0" y="1967127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8C9A8-AC9A-4140-99BB-CD430E768077}">
      <dsp:nvSpPr>
        <dsp:cNvPr id="0" name=""/>
        <dsp:cNvSpPr/>
      </dsp:nvSpPr>
      <dsp:spPr>
        <a:xfrm>
          <a:off x="533719" y="1950156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Trauma Symptoms:</a:t>
          </a:r>
          <a:r>
            <a:rPr lang="en-US" sz="1000" kern="1200">
              <a:latin typeface="Open Sans"/>
              <a:ea typeface="Open Sans"/>
              <a:cs typeface="Open Sans"/>
            </a:rPr>
            <a:t> 32% experience at least one symptom of stress.</a:t>
          </a:r>
          <a:endParaRPr lang="en-US" sz="1000" kern="1200">
            <a:ea typeface="+mn-ea"/>
            <a:cs typeface="+mn-cs"/>
          </a:endParaRPr>
        </a:p>
      </dsp:txBody>
      <dsp:txXfrm>
        <a:off x="548129" y="1964566"/>
        <a:ext cx="7891292" cy="266380"/>
      </dsp:txXfrm>
    </dsp:sp>
    <dsp:sp modelId="{994A45AD-09C1-467D-9F7E-D0CC3A4DE7BC}">
      <dsp:nvSpPr>
        <dsp:cNvPr id="0" name=""/>
        <dsp:cNvSpPr/>
      </dsp:nvSpPr>
      <dsp:spPr>
        <a:xfrm>
          <a:off x="0" y="2420727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DAC65-CF14-4CA5-8C84-CC9F56594590}">
      <dsp:nvSpPr>
        <dsp:cNvPr id="0" name=""/>
        <dsp:cNvSpPr/>
      </dsp:nvSpPr>
      <dsp:spPr>
        <a:xfrm>
          <a:off x="528401" y="2413088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Social Consequences</a:t>
          </a:r>
        </a:p>
      </dsp:txBody>
      <dsp:txXfrm>
        <a:off x="542811" y="2427498"/>
        <a:ext cx="7891292" cy="266380"/>
      </dsp:txXfrm>
    </dsp:sp>
    <dsp:sp modelId="{9D75A644-0F53-47E3-8996-E5701D400D5F}">
      <dsp:nvSpPr>
        <dsp:cNvPr id="0" name=""/>
        <dsp:cNvSpPr/>
      </dsp:nvSpPr>
      <dsp:spPr>
        <a:xfrm>
          <a:off x="0" y="2874327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C6424-E7F5-48FB-8BD0-05BE90D949C3}">
      <dsp:nvSpPr>
        <dsp:cNvPr id="0" name=""/>
        <dsp:cNvSpPr/>
      </dsp:nvSpPr>
      <dsp:spPr>
        <a:xfrm>
          <a:off x="519067" y="2889583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Social Isolation:</a:t>
          </a:r>
          <a:r>
            <a:rPr lang="en-US" sz="1000" kern="1200">
              <a:latin typeface="Open Sans"/>
              <a:ea typeface="Open Sans"/>
              <a:cs typeface="Open Sans"/>
            </a:rPr>
            <a:t> Victims report increased loneliness and withdrawal from peers</a:t>
          </a:r>
          <a:endParaRPr lang="en-US" sz="1000" kern="1200">
            <a:ea typeface="+mn-ea"/>
            <a:cs typeface="+mn-cs"/>
          </a:endParaRPr>
        </a:p>
      </dsp:txBody>
      <dsp:txXfrm>
        <a:off x="533477" y="2903993"/>
        <a:ext cx="7891292" cy="266380"/>
      </dsp:txXfrm>
    </dsp:sp>
    <dsp:sp modelId="{22332BBF-7C4C-4598-BCDC-E89CCD380FB6}">
      <dsp:nvSpPr>
        <dsp:cNvPr id="0" name=""/>
        <dsp:cNvSpPr/>
      </dsp:nvSpPr>
      <dsp:spPr>
        <a:xfrm>
          <a:off x="0" y="3327928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9E747-636D-458B-B633-5A19458B409C}">
      <dsp:nvSpPr>
        <dsp:cNvPr id="0" name=""/>
        <dsp:cNvSpPr/>
      </dsp:nvSpPr>
      <dsp:spPr>
        <a:xfrm>
          <a:off x="547059" y="3301625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Relationship Disruption:</a:t>
          </a:r>
          <a:r>
            <a:rPr lang="en-US" sz="1000" kern="1200">
              <a:latin typeface="Open Sans"/>
              <a:ea typeface="Open Sans"/>
              <a:cs typeface="Open Sans"/>
            </a:rPr>
            <a:t> 31% report damaged friendships and weaker emotional bonds</a:t>
          </a:r>
          <a:endParaRPr lang="en-US" sz="1000" kern="1200">
            <a:ea typeface="+mn-ea"/>
            <a:cs typeface="+mn-cs"/>
          </a:endParaRPr>
        </a:p>
      </dsp:txBody>
      <dsp:txXfrm>
        <a:off x="561469" y="3316035"/>
        <a:ext cx="7891292" cy="266380"/>
      </dsp:txXfrm>
    </dsp:sp>
    <dsp:sp modelId="{6E38143B-4C60-4775-BF71-E684AB393018}">
      <dsp:nvSpPr>
        <dsp:cNvPr id="0" name=""/>
        <dsp:cNvSpPr/>
      </dsp:nvSpPr>
      <dsp:spPr>
        <a:xfrm>
          <a:off x="0" y="3781528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DDCE4-CC33-48CD-A7B2-AE803C77A149}">
      <dsp:nvSpPr>
        <dsp:cNvPr id="0" name=""/>
        <dsp:cNvSpPr/>
      </dsp:nvSpPr>
      <dsp:spPr>
        <a:xfrm>
          <a:off x="556393" y="3736566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Trust Issues:</a:t>
          </a:r>
          <a:r>
            <a:rPr lang="en-US" sz="1000" kern="1200">
              <a:latin typeface="Open Sans"/>
              <a:ea typeface="Open Sans"/>
              <a:cs typeface="Open Sans"/>
            </a:rPr>
            <a:t> Long-term difficulty forming relationships and social anxiety</a:t>
          </a:r>
          <a:endParaRPr lang="en-US" sz="1000" kern="1200">
            <a:ea typeface="+mn-ea"/>
            <a:cs typeface="+mn-cs"/>
          </a:endParaRPr>
        </a:p>
      </dsp:txBody>
      <dsp:txXfrm>
        <a:off x="570803" y="3750976"/>
        <a:ext cx="7891292" cy="266380"/>
      </dsp:txXfrm>
    </dsp:sp>
    <dsp:sp modelId="{784ECB8D-8F3C-4500-A13F-615B06B63323}">
      <dsp:nvSpPr>
        <dsp:cNvPr id="0" name=""/>
        <dsp:cNvSpPr/>
      </dsp:nvSpPr>
      <dsp:spPr>
        <a:xfrm>
          <a:off x="0" y="4235128"/>
          <a:ext cx="11314446" cy="2520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597166-C081-4053-AB07-8397D4F944DF}">
      <dsp:nvSpPr>
        <dsp:cNvPr id="0" name=""/>
        <dsp:cNvSpPr/>
      </dsp:nvSpPr>
      <dsp:spPr>
        <a:xfrm>
          <a:off x="556393" y="4152841"/>
          <a:ext cx="7920112" cy="295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61" tIns="0" rIns="2993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Open Sans"/>
              <a:ea typeface="Open Sans"/>
              <a:cs typeface="Open Sans"/>
            </a:rPr>
            <a:t>Community Impact:</a:t>
          </a:r>
          <a:r>
            <a:rPr lang="en-US" sz="1000" kern="1200">
              <a:latin typeface="Open Sans"/>
              <a:ea typeface="Open Sans"/>
              <a:cs typeface="Open Sans"/>
            </a:rPr>
            <a:t> Creates culture of fear and erodes sense of safety online</a:t>
          </a:r>
          <a:endParaRPr lang="en-US" sz="1000" kern="1200">
            <a:ea typeface="+mn-ea"/>
            <a:cs typeface="+mn-cs"/>
          </a:endParaRPr>
        </a:p>
      </dsp:txBody>
      <dsp:txXfrm>
        <a:off x="570803" y="4167251"/>
        <a:ext cx="7891292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harassed" TargetMode="External"/><Relationship Id="rId7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3.0/" TargetMode="External"/><Relationship Id="rId5" Type="http://schemas.openxmlformats.org/officeDocument/2006/relationships/hyperlink" Target="https://efllecturer.blogspot.com/2013/08/how-safe-are-you-online-cyber-bullying.html" TargetMode="Externa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035698"/>
            <a:ext cx="8791575" cy="6547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>
                <a:solidFill>
                  <a:schemeClr val="tx2"/>
                </a:solidFill>
                <a:latin typeface="Rockwell" panose="02060603020205020403" pitchFamily="18" charset="0"/>
              </a:rPr>
              <a:t>Cyber Bullying and Online Harassment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5772" y="2790824"/>
            <a:ext cx="8791575" cy="3286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cap="none">
                <a:latin typeface="Tahoma"/>
                <a:ea typeface="Tahoma"/>
                <a:cs typeface="Tahoma"/>
              </a:rPr>
              <a:t>Presented by: </a:t>
            </a:r>
          </a:p>
          <a:p>
            <a:endParaRPr lang="en-US" sz="2400" cap="none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cap="none">
                <a:latin typeface="Tahoma"/>
                <a:ea typeface="Tahoma"/>
                <a:cs typeface="Tahoma"/>
              </a:rPr>
              <a:t>1.Mansi </a:t>
            </a:r>
            <a:r>
              <a:rPr lang="en-US" cap="none" err="1">
                <a:latin typeface="Tahoma"/>
                <a:ea typeface="Tahoma"/>
                <a:cs typeface="Tahoma"/>
              </a:rPr>
              <a:t>Bishoti</a:t>
            </a:r>
            <a:r>
              <a:rPr lang="en-US" cap="none">
                <a:latin typeface="Tahoma"/>
                <a:ea typeface="Tahoma"/>
                <a:cs typeface="Tahoma"/>
              </a:rPr>
              <a:t>                                       2.Garima Bhandari </a:t>
            </a:r>
          </a:p>
          <a:p>
            <a:r>
              <a:rPr lang="en-US" cap="none">
                <a:latin typeface="Tahoma"/>
                <a:ea typeface="Tahoma"/>
                <a:cs typeface="Tahoma"/>
              </a:rPr>
              <a:t>3.Ashish Kunal                                       4.Prince </a:t>
            </a:r>
            <a:r>
              <a:rPr lang="en-US" cap="none" err="1">
                <a:latin typeface="Tahoma"/>
                <a:ea typeface="Tahoma"/>
                <a:cs typeface="Tahoma"/>
              </a:rPr>
              <a:t>Badola</a:t>
            </a:r>
            <a:endParaRPr lang="en-US" cap="none">
              <a:latin typeface="Tahoma"/>
              <a:ea typeface="Tahoma"/>
              <a:cs typeface="Tahoma"/>
            </a:endParaRPr>
          </a:p>
          <a:p>
            <a:r>
              <a:rPr lang="en-US" cap="none">
                <a:latin typeface="Tahoma"/>
                <a:ea typeface="Tahoma"/>
                <a:cs typeface="Tahoma"/>
              </a:rPr>
              <a:t>5.Vishesh Jain                                         6.Kavya</a:t>
            </a:r>
          </a:p>
          <a:p>
            <a:r>
              <a:rPr lang="en-US" cap="none">
                <a:latin typeface="Tahoma"/>
                <a:ea typeface="Tahoma"/>
                <a:cs typeface="Tahoma"/>
              </a:rPr>
              <a:t>7.Vivek                                                   8.Yogesh Thapa</a:t>
            </a:r>
          </a:p>
          <a:p>
            <a:endParaRPr lang="en-US" cap="none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2D58D-95B9-1452-7873-7787AFC67F3E}"/>
              </a:ext>
            </a:extLst>
          </p:cNvPr>
          <p:cNvSpPr txBox="1"/>
          <p:nvPr/>
        </p:nvSpPr>
        <p:spPr>
          <a:xfrm>
            <a:off x="3135085" y="1600200"/>
            <a:ext cx="6792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The need for stronger Legal Protection and Awareness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50567"/>
            <a:ext cx="9905998" cy="1107645"/>
          </a:xfrm>
        </p:spPr>
        <p:txBody>
          <a:bodyPr>
            <a:normAutofit/>
          </a:bodyPr>
          <a:lstStyle/>
          <a:p>
            <a:r>
              <a:rPr lang="en-US">
                <a:latin typeface="Rockwell" panose="02060603020205020403" pitchFamily="18" charset="0"/>
              </a:rPr>
              <a:t>Understanding cyber-Bullying and Online Harassment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E9F273-E9F5-DC07-A1C4-DBCCF2CF8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23527"/>
            <a:ext cx="7172164" cy="416767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Using digital platforms to threaten or humiliate people.</a:t>
            </a:r>
          </a:p>
          <a:p>
            <a:r>
              <a:rPr lang="en-US"/>
              <a:t>Sending abusive texts, spreading rumors or sharing private photos without consent.</a:t>
            </a:r>
          </a:p>
          <a:p>
            <a:r>
              <a:rPr lang="en-US"/>
              <a:t>Involves stalking , blackmail or threats</a:t>
            </a:r>
          </a:p>
          <a:p>
            <a:r>
              <a:rPr lang="en-US"/>
              <a:t>Broader term covering repeated online behavior meant to harm others.</a:t>
            </a:r>
          </a:p>
          <a:p>
            <a:r>
              <a:rPr lang="en-US"/>
              <a:t>In India , cybercrime cases rose by more than 20% in recent years(NCRB report).</a:t>
            </a:r>
          </a:p>
          <a:p>
            <a:r>
              <a:rPr lang="en-US"/>
              <a:t>Many victims don’t know how to report or seek help</a:t>
            </a:r>
          </a:p>
          <a:p>
            <a:endParaRPr lang="en-IN"/>
          </a:p>
        </p:txBody>
      </p:sp>
      <p:pic>
        <p:nvPicPr>
          <p:cNvPr id="7" name="Picture 6" descr="A person sitting on the ground with hands pointing at her head&#10;&#10;AI-generated content may be incorrect.">
            <a:extLst>
              <a:ext uri="{FF2B5EF4-FFF2-40B4-BE49-F238E27FC236}">
                <a16:creationId xmlns:a16="http://schemas.microsoft.com/office/drawing/2014/main" id="{8EE63882-19DA-D3D8-D4B6-774484D43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42998" y="1270229"/>
            <a:ext cx="2438400" cy="1624584"/>
          </a:xfrm>
          <a:prstGeom prst="rect">
            <a:avLst/>
          </a:prstGeom>
        </p:spPr>
      </p:pic>
      <p:pic>
        <p:nvPicPr>
          <p:cNvPr id="9" name="Picture 8" descr="A red circle with black text&#10;&#10;AI-generated content may be incorrect.">
            <a:extLst>
              <a:ext uri="{FF2B5EF4-FFF2-40B4-BE49-F238E27FC236}">
                <a16:creationId xmlns:a16="http://schemas.microsoft.com/office/drawing/2014/main" id="{E7BDC10B-3C40-937F-1F39-7991A825A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000545" y="2565140"/>
            <a:ext cx="1727719" cy="17277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4490DA-E886-B2F9-A735-7CDF598F051D}"/>
              </a:ext>
            </a:extLst>
          </p:cNvPr>
          <p:cNvSpPr txBox="1"/>
          <p:nvPr/>
        </p:nvSpPr>
        <p:spPr>
          <a:xfrm>
            <a:off x="10112829" y="12535072"/>
            <a:ext cx="45719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efllecturer.blogspot.com/2013/08/how-safe-are-you-online-cyber-bullying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-nc-sa/3.0/"/>
              </a:rPr>
              <a:t>CC BY-SA-NC</a:t>
            </a:r>
            <a:endParaRPr lang="en-IN" sz="900"/>
          </a:p>
        </p:txBody>
      </p:sp>
      <p:pic>
        <p:nvPicPr>
          <p:cNvPr id="12" name="Picture 11" descr="A person holding a phone with many icons above her head&#10;&#10;AI-generated content may be incorrect.">
            <a:extLst>
              <a:ext uri="{FF2B5EF4-FFF2-40B4-BE49-F238E27FC236}">
                <a16:creationId xmlns:a16="http://schemas.microsoft.com/office/drawing/2014/main" id="{15B59E58-4EC0-F0F6-7D5B-39757D60E4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998" y="4058815"/>
            <a:ext cx="2077511" cy="268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3082"/>
          </a:xfrm>
        </p:spPr>
        <p:txBody>
          <a:bodyPr>
            <a:normAutofit/>
          </a:bodyPr>
          <a:lstStyle/>
          <a:p>
            <a:r>
              <a:rPr lang="en-US" sz="4000">
                <a:latin typeface="Rockwell" panose="02060603020205020403" pitchFamily="18" charset="0"/>
              </a:rPr>
              <a:t>Forms of Cyber-Bullying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803" y="1401625"/>
            <a:ext cx="10104607" cy="501247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•    Harassment: Sending repeated, hurtful, or threatening messages online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    Flaming: Posting angry, rude, or hostile comments to start fights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    Outing: Sharing someone’s private information or secrets without permission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    Impersonation: Pretending to be someone else to damage their reputation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    Exclusion: Deliberately leaving someone out of online groups or chats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    Trolling: Deliberately provoking or upsetting someone for fun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    Cyberstalking: Continuously tracking and intimidating someone online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    Catfishing: Using a fake identity to deceive or emotionally manipulate someone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    Meme or Photo Misuse: Editing or sharing someone’s pictures to embarrass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Rockwell" panose="02060603020205020403" pitchFamily="18" charset="0"/>
              </a:rPr>
              <a:t>Psychological and Social Impact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0833918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141" y="681"/>
            <a:ext cx="9218503" cy="947705"/>
          </a:xfrm>
        </p:spPr>
        <p:txBody>
          <a:bodyPr>
            <a:noAutofit/>
          </a:bodyPr>
          <a:lstStyle/>
          <a:p>
            <a:r>
              <a:rPr lang="en-US">
                <a:latin typeface="Rockwell" panose="02060603020205020403" pitchFamily="18" charset="0"/>
              </a:rPr>
              <a:t>Laws against cyber-bullying and harassment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B7B7B-7D76-4749-8BC0-1A579CBD0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3106" y="3701098"/>
            <a:ext cx="9620250" cy="61849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W Cen MT"/>
                <a:ea typeface="Tahoma"/>
                <a:cs typeface="Tahoma"/>
              </a:rPr>
              <a:t>1. Information Technology Act, 2000</a:t>
            </a:r>
            <a:endParaRPr lang="en-US" sz="1800" b="1" dirty="0"/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Section 66E: Punishes anyone who shares private images or videos of someone </a:t>
            </a:r>
          </a:p>
          <a:p>
            <a:pPr marL="0" indent="0">
              <a:buNone/>
            </a:pPr>
            <a:r>
              <a:rPr lang="en-US" sz="1600" dirty="0">
                <a:latin typeface="TW Cen MT"/>
                <a:ea typeface="Tahoma"/>
                <a:cs typeface="Tahoma"/>
              </a:rPr>
              <a:t>without their permission.</a:t>
            </a:r>
            <a:endParaRPr lang="en-US" dirty="0"/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Section 67: Punishes sharing offensive content online.</a:t>
            </a:r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 Section 67A: Punishes sharing sexually explicit material involving children.</a:t>
            </a:r>
          </a:p>
          <a:p>
            <a:pPr marL="0" indent="0">
              <a:buNone/>
            </a:pPr>
            <a:r>
              <a:rPr lang="en-US" sz="1800" b="1" dirty="0">
                <a:latin typeface="TW Cen MT"/>
                <a:ea typeface="Tahoma"/>
                <a:cs typeface="Tahoma"/>
              </a:rPr>
              <a:t>2. Indian Penal Code (IPC), 1860</a:t>
            </a:r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Section 354D: Punishes cyberstalking - following, harassing, or threatening</a:t>
            </a:r>
          </a:p>
          <a:p>
            <a:pPr marL="0" indent="0">
              <a:buNone/>
            </a:pPr>
            <a:r>
              <a:rPr lang="en-US" sz="1600" dirty="0">
                <a:latin typeface="TW Cen MT"/>
                <a:ea typeface="Tahoma"/>
                <a:cs typeface="Tahoma"/>
              </a:rPr>
              <a:t> someone online.</a:t>
            </a:r>
            <a:endParaRPr lang="en-US" dirty="0"/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Section 499: Deals with spreading false or hurtful information about someone.</a:t>
            </a:r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Section 507: Punishes threatening someone online without showing your name.</a:t>
            </a:r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Section 509: Punishes insulting a woman's dignity or modesty online.</a:t>
            </a:r>
          </a:p>
          <a:p>
            <a:pPr marL="0" indent="0">
              <a:buNone/>
            </a:pPr>
            <a:r>
              <a:rPr lang="en-US" sz="1800" b="1" dirty="0">
                <a:latin typeface="TW Cen MT"/>
                <a:ea typeface="Tahoma"/>
                <a:cs typeface="Tahoma"/>
              </a:rPr>
              <a:t>3. Protection of Children from Sexual Offences (POCSO) Act, 2012</a:t>
            </a:r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Protects children from sexual abuse online.</a:t>
            </a:r>
          </a:p>
          <a:p>
            <a:pPr>
              <a:buFont typeface="Wingdings"/>
              <a:buChar char="v"/>
            </a:pPr>
            <a:r>
              <a:rPr lang="en-US" sz="1600" dirty="0">
                <a:latin typeface="TW Cen MT"/>
                <a:ea typeface="Tahoma"/>
                <a:cs typeface="Tahoma"/>
              </a:rPr>
              <a:t>Applies if the victim is a minor (under 18 years).</a:t>
            </a:r>
          </a:p>
          <a:p>
            <a:pPr marL="0" indent="0" algn="ctr">
              <a:buNone/>
            </a:pPr>
            <a:endParaRPr lang="en-US" sz="16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blue background with white text and icons&#10;&#10;AI-generated content may be incorrect.">
            <a:extLst>
              <a:ext uri="{FF2B5EF4-FFF2-40B4-BE49-F238E27FC236}">
                <a16:creationId xmlns:a16="http://schemas.microsoft.com/office/drawing/2014/main" id="{15B93640-FAD8-976B-15A9-36E422894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155" y="1265356"/>
            <a:ext cx="3078288" cy="48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7727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ckwell" panose="02060603020205020403" pitchFamily="18" charset="0"/>
              </a:rPr>
              <a:t>Gaps and limitations in current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60556"/>
            <a:ext cx="9905999" cy="465861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 ⚖</a:t>
            </a:r>
            <a:r>
              <a:rPr lang="en-US" sz="2800">
                <a:ea typeface="+mn-lt"/>
                <a:cs typeface="+mn-lt"/>
              </a:rPr>
              <a:t>️ Legal Gaps</a:t>
            </a:r>
            <a:endParaRPr lang="en-US" sz="2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No dedicated cyberbullying law in India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Vague definitions of online abuse and harassment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IT Act not designed for psychological harm or social impact</a:t>
            </a:r>
            <a:endParaRPr lang="en-US"/>
          </a:p>
          <a:p>
            <a:pPr marL="0" indent="0">
              <a:buNone/>
            </a:pPr>
            <a:r>
              <a:rPr lang="en-US" sz="3200" b="1">
                <a:ea typeface="+mn-lt"/>
                <a:cs typeface="+mn-lt"/>
              </a:rPr>
              <a:t>2</a:t>
            </a:r>
            <a:r>
              <a:rPr lang="en-US">
                <a:ea typeface="+mn-lt"/>
                <a:cs typeface="+mn-lt"/>
              </a:rPr>
              <a:t>.    🚨 </a:t>
            </a:r>
            <a:r>
              <a:rPr lang="en-US" sz="2800">
                <a:ea typeface="+mn-lt"/>
                <a:cs typeface="+mn-lt"/>
              </a:rPr>
              <a:t>Enforcement Issues </a:t>
            </a:r>
            <a:endParaRPr lang="en-US" sz="280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Weak law enforcement and low digital literacy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       Difficulty tracing anonymous offenders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Slow response to complaints and content removal</a:t>
            </a:r>
            <a:endParaRPr lang="en-US"/>
          </a:p>
          <a:p>
            <a:pPr marL="0" indent="0">
              <a:buNone/>
            </a:pPr>
            <a:r>
              <a:rPr lang="en-US" sz="3200">
                <a:ea typeface="+mn-lt"/>
                <a:cs typeface="+mn-lt"/>
              </a:rPr>
              <a:t>3.</a:t>
            </a:r>
            <a:r>
              <a:rPr lang="en-US">
                <a:ea typeface="+mn-lt"/>
                <a:cs typeface="+mn-lt"/>
              </a:rPr>
              <a:t>    🧠</a:t>
            </a:r>
            <a:r>
              <a:rPr lang="en-US" sz="2800">
                <a:ea typeface="+mn-lt"/>
                <a:cs typeface="+mn-lt"/>
              </a:rPr>
              <a:t> Social Challenges</a:t>
            </a:r>
            <a:endParaRPr lang="en-US" sz="280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Mental health impact often ignored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Victims fear stigma, leading to underreporting</a:t>
            </a:r>
            <a:endParaRPr lang="en-US"/>
          </a:p>
          <a:p>
            <a:pPr lvl="1"/>
            <a:endParaRPr lang="en-US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 descr="A gavel on a stand&#10;&#10;AI-generated content may be incorrect.">
            <a:extLst>
              <a:ext uri="{FF2B5EF4-FFF2-40B4-BE49-F238E27FC236}">
                <a16:creationId xmlns:a16="http://schemas.microsoft.com/office/drawing/2014/main" id="{303CEF33-857C-16DC-E285-05A62F30D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434" y="1450343"/>
            <a:ext cx="2758337" cy="1556492"/>
          </a:xfrm>
          <a:prstGeom prst="rect">
            <a:avLst/>
          </a:prstGeom>
        </p:spPr>
      </p:pic>
      <p:pic>
        <p:nvPicPr>
          <p:cNvPr id="5" name="Picture 4" descr="A person sitting in a computer&#10;&#10;AI-generated content may be incorrect.">
            <a:extLst>
              <a:ext uri="{FF2B5EF4-FFF2-40B4-BE49-F238E27FC236}">
                <a16:creationId xmlns:a16="http://schemas.microsoft.com/office/drawing/2014/main" id="{B49F3AF8-32F7-97CE-451A-8ED7DBC76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610" y="4166209"/>
            <a:ext cx="2384644" cy="1918048"/>
          </a:xfrm>
          <a:prstGeom prst="rect">
            <a:avLst/>
          </a:prstGeom>
        </p:spPr>
      </p:pic>
      <p:pic>
        <p:nvPicPr>
          <p:cNvPr id="6" name="Picture 5" descr="A person touching a touch screen&#10;&#10;AI-generated content may be incorrect.">
            <a:extLst>
              <a:ext uri="{FF2B5EF4-FFF2-40B4-BE49-F238E27FC236}">
                <a16:creationId xmlns:a16="http://schemas.microsoft.com/office/drawing/2014/main" id="{5D25E21D-0CAD-7011-69BF-CE41BF7FA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064" y="2477805"/>
            <a:ext cx="2810526" cy="189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4111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ckwell" panose="02060603020205020403" pitchFamily="18" charset="0"/>
              </a:rPr>
              <a:t>Solutions and preventive measures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D8818B-465D-B83D-52FB-D15021464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    Think before you post and stay respectful online</a:t>
            </a:r>
            <a:endParaRPr lang="en-IN" dirty="0"/>
          </a:p>
          <a:p>
            <a:r>
              <a:rPr lang="en-US" dirty="0"/>
              <a:t>•	Block, report, and save evidence of cyberbullying	</a:t>
            </a:r>
            <a:endParaRPr lang="en-IN" dirty="0"/>
          </a:p>
          <a:p>
            <a:r>
              <a:rPr lang="en-US" dirty="0"/>
              <a:t>•	Use privacy settings to protect your accounts</a:t>
            </a:r>
            <a:endParaRPr lang="en-IN" dirty="0"/>
          </a:p>
          <a:p>
            <a:r>
              <a:rPr lang="en-US" dirty="0"/>
              <a:t>•	Schools should run cyber safety and awareness programs	</a:t>
            </a:r>
            <a:endParaRPr lang="en-IN" dirty="0"/>
          </a:p>
          <a:p>
            <a:r>
              <a:rPr lang="en-US" dirty="0"/>
              <a:t>•	Government must enforce stricter laws &amp; fast complaint systems	</a:t>
            </a:r>
            <a:endParaRPr lang="en-IN" dirty="0"/>
          </a:p>
          <a:p>
            <a:r>
              <a:rPr lang="en-US" dirty="0"/>
              <a:t>•	Tech platforms should improve filters and reporting tools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41115"/>
          </a:xfrm>
        </p:spPr>
        <p:txBody>
          <a:bodyPr>
            <a:normAutofit/>
          </a:bodyPr>
          <a:lstStyle/>
          <a:p>
            <a:r>
              <a:rPr lang="en-US">
                <a:latin typeface="Rockwell" panose="02060603020205020403" pitchFamily="18" charset="0"/>
              </a:rPr>
              <a:t>Role of education and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72756"/>
            <a:ext cx="9905999" cy="516562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Cyberbullying and online harassment are growing issues in the digital world.</a:t>
            </a: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Education helps by teaching: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•Safe and respectful online behavior.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• The importance of thinking before posting or sharing.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•Legal consequences of cyber abuse.</a:t>
            </a:r>
            <a:endParaRPr lang="en-US" sz="1600"/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Awareness programs encourage: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•Recognizing and reporting cyberbullying.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• Supporting victims instead of ignoring them.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Schools and governments can organize cyber safety workshops and digital responsibility campaigns.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Educated and aware users make the internet a safer and more respectful space for everyone.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1DE0-3742-5ECD-C04B-22C1414C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29147"/>
          </a:xfrm>
        </p:spPr>
        <p:txBody>
          <a:bodyPr>
            <a:normAutofit fontScale="90000"/>
          </a:bodyPr>
          <a:lstStyle/>
          <a:p>
            <a:r>
              <a:rPr lang="en-US"/>
              <a:t>Conclusion and call to action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BFB6D-F6A0-803A-C485-1DE9056F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68963"/>
            <a:ext cx="9905999" cy="4522238"/>
          </a:xfrm>
        </p:spPr>
        <p:txBody>
          <a:bodyPr>
            <a:normAutofit fontScale="70000" lnSpcReduction="20000"/>
          </a:bodyPr>
          <a:lstStyle/>
          <a:p>
            <a:r>
              <a:rPr lang="en-IN" b="1" i="0" u="none" strike="noStrike">
                <a:solidFill>
                  <a:srgbClr val="000000"/>
                </a:solidFill>
                <a:effectLst/>
              </a:rPr>
              <a:t>Conclusion:</a:t>
            </a:r>
            <a:endParaRPr lang="en-IN" b="0" i="0" u="none" strike="noStrike">
              <a:solidFill>
                <a:srgbClr val="000000"/>
              </a:solidFill>
              <a:effectLst/>
            </a:endParaRP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Cyberbullying and online harassment have become serious threats in today’s digital world, affecting mental health, safety, and privacy.</a:t>
            </a: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Stronger legal frameworks and enforcement are essential to protect individuals from digital abuse.</a:t>
            </a: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Education, awareness, and responsible online </a:t>
            </a:r>
            <a:r>
              <a:rPr lang="en-IN" b="0" i="0" u="none" strike="noStrike" err="1">
                <a:solidFill>
                  <a:srgbClr val="000000"/>
                </a:solidFill>
                <a:effectLst/>
              </a:rPr>
              <a:t>behavior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 must go hand-in-hand with legal measures.</a:t>
            </a: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Building a safer internet requires collective effort — from lawmakers, platforms, and users alike.</a:t>
            </a:r>
          </a:p>
          <a:p>
            <a:r>
              <a:rPr lang="en-IN" b="1" i="0" u="none" strike="noStrike">
                <a:solidFill>
                  <a:srgbClr val="000000"/>
                </a:solidFill>
                <a:effectLst/>
              </a:rPr>
              <a:t>What We Want the Audience to Do:</a:t>
            </a:r>
            <a:endParaRPr lang="en-IN" b="0" i="0" u="none" strike="noStrike">
              <a:solidFill>
                <a:srgbClr val="000000"/>
              </a:solidFill>
              <a:effectLst/>
            </a:endParaRP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✅ 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Be aware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of the impact of cyberbullying and take it seriously.</a:t>
            </a: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✅ 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Report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any form of online harassment immediately to authorities or platform moderators.</a:t>
            </a: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✅ 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Support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stronger laws and digital safety campaigns in your community.</a:t>
            </a: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✅ 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Educate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peers about responsible and respectful online communication.</a:t>
            </a:r>
          </a:p>
          <a:p>
            <a:r>
              <a:rPr lang="en-IN" b="0" i="0" u="none" strike="noStrike">
                <a:solidFill>
                  <a:srgbClr val="000000"/>
                </a:solidFill>
                <a:effectLst/>
              </a:rPr>
              <a:t>✅ </a:t>
            </a:r>
            <a:r>
              <a:rPr lang="en-IN" b="1" i="0" u="none" strike="noStrike">
                <a:solidFill>
                  <a:srgbClr val="000000"/>
                </a:solidFill>
                <a:effectLst/>
              </a:rPr>
              <a:t>Stand up</a:t>
            </a:r>
            <a:r>
              <a:rPr lang="en-IN" b="0" i="0" u="none" strike="noStrike">
                <a:solidFill>
                  <a:srgbClr val="000000"/>
                </a:solidFill>
                <a:effectLst/>
              </a:rPr>
              <a:t> against bullying — don’t be a bystander, be an ally.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252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Circuit</vt:lpstr>
      <vt:lpstr>Cyber Bullying and Online Harassment</vt:lpstr>
      <vt:lpstr>Understanding cyber-Bullying and Online Harassment</vt:lpstr>
      <vt:lpstr>Forms of Cyber-Bullying</vt:lpstr>
      <vt:lpstr>Psychological and Social Impact</vt:lpstr>
      <vt:lpstr>Laws against cyber-bullying and harassment</vt:lpstr>
      <vt:lpstr>Gaps and limitations in current framework</vt:lpstr>
      <vt:lpstr>Solutions and preventive measures</vt:lpstr>
      <vt:lpstr>Role of education and awareness</vt:lpstr>
      <vt:lpstr>Conclusion and 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Bullying and Online Harassment</dc:title>
  <dc:creator>Mansi Bishoti</dc:creator>
  <cp:lastModifiedBy>vishesh jain</cp:lastModifiedBy>
  <cp:revision>37</cp:revision>
  <dcterms:created xsi:type="dcterms:W3CDTF">2025-10-12T15:57:06Z</dcterms:created>
  <dcterms:modified xsi:type="dcterms:W3CDTF">2025-11-06T13:50:46Z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